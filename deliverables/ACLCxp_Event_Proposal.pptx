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baba56ad8b405e" /><Relationship Type="http://schemas.openxmlformats.org/officeDocument/2006/relationships/extended-properties" Target="/docProps/app.xml" Id="R30cbc160e7d94f0c" /><Relationship Type="http://schemas.openxmlformats.org/officeDocument/2006/relationships/officeDocument" Target="/ppt/presentation.xml" Id="R785f7e9910c84a4e" /></Relationships>
</file>

<file path=ppt/presentation.xml><?xml version="1.0" encoding="utf-8"?>
<p:presentation xmlns:p="http://schemas.openxmlformats.org/presentationml/2006/main">
  <p:sldMasterIdLst>
    <p:sldMasterId xmlns:r="http://schemas.openxmlformats.org/officeDocument/2006/relationships" id="2147483648" r:id="R48a9343e341c495a"/>
  </p:sldMasterIdLst>
  <p:notesMasterIdLst>
    <p:notesMasterId xmlns:r="http://schemas.openxmlformats.org/officeDocument/2006/relationships" r:id="Rcb3742cf9975406a"/>
  </p:notesMasterIdLst>
  <p:sldIdLst>
    <p:sldId xmlns:r="http://schemas.openxmlformats.org/officeDocument/2006/relationships" id="256" r:id="Rbe752e88b2a24ba0"/>
    <p:sldId xmlns:r="http://schemas.openxmlformats.org/officeDocument/2006/relationships" id="257" r:id="R7d06b1bd9a244dae"/>
    <p:sldId xmlns:r="http://schemas.openxmlformats.org/officeDocument/2006/relationships" id="258" r:id="R0f40db24f2874ab2"/>
    <p:sldId xmlns:r="http://schemas.openxmlformats.org/officeDocument/2006/relationships" id="259" r:id="Raa37006c1edd4d22"/>
    <p:sldId xmlns:r="http://schemas.openxmlformats.org/officeDocument/2006/relationships" id="260" r:id="R8822db9fb4d3433a"/>
    <p:sldId xmlns:r="http://schemas.openxmlformats.org/officeDocument/2006/relationships" id="261" r:id="R5c10ee8892d049ad"/>
    <p:sldId xmlns:r="http://schemas.openxmlformats.org/officeDocument/2006/relationships" id="262" r:id="R5440c8b8d58b4cd6"/>
    <p:sldId xmlns:r="http://schemas.openxmlformats.org/officeDocument/2006/relationships" id="263" r:id="R8d5c49f752f74f72"/>
    <p:sldId xmlns:r="http://schemas.openxmlformats.org/officeDocument/2006/relationships" id="264" r:id="Rfed45ac212ce40b0"/>
    <p:sldId xmlns:r="http://schemas.openxmlformats.org/officeDocument/2006/relationships" id="265" r:id="R58f98822aae843dc"/>
    <p:sldId xmlns:r="http://schemas.openxmlformats.org/officeDocument/2006/relationships" id="266" r:id="R0c7d37694f144346"/>
    <p:sldId xmlns:r="http://schemas.openxmlformats.org/officeDocument/2006/relationships" id="267" r:id="Ra3c6c86c04cb40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f4ecd12c8a4e99" /><Relationship Type="http://schemas.openxmlformats.org/officeDocument/2006/relationships/slideMaster" Target="/ppt/slideMasters/slideMaster1.xml" Id="R48a9343e341c495a" /><Relationship Type="http://schemas.openxmlformats.org/officeDocument/2006/relationships/notesMaster" Target="/ppt/notesMasters/notesMaster1.xml" Id="Rcb3742cf9975406a" /><Relationship Type="http://schemas.openxmlformats.org/officeDocument/2006/relationships/presProps" Target="/ppt/presProps.xml" Id="R875d05a30f1b44f0" /><Relationship Type="http://schemas.openxmlformats.org/officeDocument/2006/relationships/tableStyles" Target="/ppt/tableStyles.xml" Id="Re2cbd0afad7e42f5" /><Relationship Type="http://schemas.openxmlformats.org/officeDocument/2006/relationships/slide" Target="/ppt/slides/slide1.xml" Id="Rbe752e88b2a24ba0" /><Relationship Type="http://schemas.openxmlformats.org/officeDocument/2006/relationships/slide" Target="/ppt/slides/slide2.xml" Id="R7d06b1bd9a244dae" /><Relationship Type="http://schemas.openxmlformats.org/officeDocument/2006/relationships/slide" Target="/ppt/slides/slide3.xml" Id="R0f40db24f2874ab2" /><Relationship Type="http://schemas.openxmlformats.org/officeDocument/2006/relationships/slide" Target="/ppt/slides/slide4.xml" Id="Raa37006c1edd4d22" /><Relationship Type="http://schemas.openxmlformats.org/officeDocument/2006/relationships/slide" Target="/ppt/slides/slide5.xml" Id="R8822db9fb4d3433a" /><Relationship Type="http://schemas.openxmlformats.org/officeDocument/2006/relationships/slide" Target="/ppt/slides/slide6.xml" Id="R5c10ee8892d049ad" /><Relationship Type="http://schemas.openxmlformats.org/officeDocument/2006/relationships/slide" Target="/ppt/slides/slide7.xml" Id="R5440c8b8d58b4cd6" /><Relationship Type="http://schemas.openxmlformats.org/officeDocument/2006/relationships/slide" Target="/ppt/slides/slide8.xml" Id="R8d5c49f752f74f72" /><Relationship Type="http://schemas.openxmlformats.org/officeDocument/2006/relationships/slide" Target="/ppt/slides/slide9.xml" Id="Rfed45ac212ce40b0" /><Relationship Type="http://schemas.openxmlformats.org/officeDocument/2006/relationships/slide" Target="/ppt/slides/slide10.xml" Id="R58f98822aae843dc" /><Relationship Type="http://schemas.openxmlformats.org/officeDocument/2006/relationships/slide" Target="/ppt/slides/slide11.xml" Id="R0c7d37694f144346" /><Relationship Type="http://schemas.openxmlformats.org/officeDocument/2006/relationships/slide" Target="/ppt/slides/slide12.xml" Id="Ra3c6c86c04cb40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e4acc5ec164b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6260f47bf94d6a" /><Relationship Type="http://schemas.openxmlformats.org/officeDocument/2006/relationships/notesMaster" Target="/ppt/notesMasters/notesMaster1.xml" Id="Rfd419d1e661842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0a93dc76a24bea" /><Relationship Type="http://schemas.openxmlformats.org/officeDocument/2006/relationships/notesMaster" Target="/ppt/notesMasters/notesMaster1.xml" Id="R1f4cced3810d4e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1ce8ded30d49ee" /><Relationship Type="http://schemas.openxmlformats.org/officeDocument/2006/relationships/notesMaster" Target="/ppt/notesMasters/notesMaster1.xml" Id="R636544706df74c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06d7c9fb244f82" /><Relationship Type="http://schemas.openxmlformats.org/officeDocument/2006/relationships/notesMaster" Target="/ppt/notesMasters/notesMaster1.xml" Id="Rca34a7e5a16a45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a5b90e845448cf" /><Relationship Type="http://schemas.openxmlformats.org/officeDocument/2006/relationships/notesMaster" Target="/ppt/notesMasters/notesMaster1.xml" Id="Rbee6f7d51e304c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878b1035424747" /><Relationship Type="http://schemas.openxmlformats.org/officeDocument/2006/relationships/notesMaster" Target="/ppt/notesMasters/notesMaster1.xml" Id="R137b3e8ad0734d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3c3c089350495e" /><Relationship Type="http://schemas.openxmlformats.org/officeDocument/2006/relationships/notesMaster" Target="/ppt/notesMasters/notesMaster1.xml" Id="Rabf397e015714f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7557f6b22d4fed" /><Relationship Type="http://schemas.openxmlformats.org/officeDocument/2006/relationships/notesMaster" Target="/ppt/notesMasters/notesMaster1.xml" Id="Rdb5ec56f65ef4e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1e9d90c7714c6b" /><Relationship Type="http://schemas.openxmlformats.org/officeDocument/2006/relationships/notesMaster" Target="/ppt/notesMasters/notesMaster1.xml" Id="R8f8e64b1425c4a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8b879a26374d22" /><Relationship Type="http://schemas.openxmlformats.org/officeDocument/2006/relationships/notesMaster" Target="/ppt/notesMasters/notesMaster1.xml" Id="R3eb0d67ea3c642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7a60d451ff4db2" /><Relationship Type="http://schemas.openxmlformats.org/officeDocument/2006/relationships/notesMaster" Target="/ppt/notesMasters/notesMaster1.xml" Id="R6dd3820635024d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8b90b43ecf4375" /><Relationship Type="http://schemas.openxmlformats.org/officeDocument/2006/relationships/notesMaster" Target="/ppt/notesMasters/notesMaster1.xml" Id="R10dce43a21904e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ACLCxp as ACLC Experience, a campus event management and house competition platform. Propose a controlled pilot at the upcoming event. The event name, date, attendance and budget still require committee confirmation. Sources: README.md; frontend/src/components/landing/Hero.tsx. Artwork: frontend/public/aclcxp-bg.png.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ACLCxp combines the event and competition workflows already described in the project. Explain that the goal is to give students and event personnel a shared record. Features exist in the repository, while production readiness and venue performance require a rehearsal. Source: README.md. Logo: frontend/public/aclcxp-logo.png.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operational challenges the system is designed to address, rather than measured findings about the upcoming event. Source: README.md, “The problem we’re solving”.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a student account: roster eligibility and ticket redemption establish season access. The active season unlocks the workspace. Students browse events, register when required, show their pass and review participation. Tickets are access credentials, not a claim that the system handles payments. Sources: README.md; docs/seasons.md; docs/student-pass-and-leaderboard.md.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Staff choose daily approval or an individual event. They scan a pass or find the student by number, confirm identity, then approve eligible attendance. Records support CSV export and reasoned void/restore corrections. Scanning and saving require internet. Source: docs/admin-attendance-usability.md.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supports house competition, results, point corrections and championship standings. Approved points in seasons linked to the same academic year contribute to annual totals. Committee members must agree on scoring and approval responsibilities before launch. Sources: README.md; docs/seasons.md. Original house logos: frontend/public/house-logos.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assignments based on supported user roles, not confirmed staffing commitments. Staff and organizers use the attendance workspace. Administrators operate the admin console and attendance workspace. Sources: README.md, User roles; docs/admin-console.md.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subject to committee approval: choose a manageable attendance activity and a house competition if relevant. Keep a supervised manual fallback for service interruptions and reconcile it before final reports. This deck does not claim offline scanning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sequence rather than a fixed schedule. Move to live use only after roster validation, staff training and a realistic venue rehearsal. Source for season preparation: README.md; docs/seasons.md.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cost estimate is available in the project materials. The committee must confirm hosting, support, equipment and connectivity costs before approval. The repository documents Vercel, Render and Neon as deployment targets, but this does not establish current production readiness or a zero-cost deployment. Sources: README.md; docs/free-testing-deployment.md; docs/database-production-readiness.md.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evaluation measures, not verified outcomes or guaranteed benefits. The committee should set acceptable targets before rehearsal, then compare observations with the current process. Review logs and avoid including unnecessary student data in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specific request: approval in principle for a supervised pilot, a named event lead, agreed scope, confirmed resources and a rehearsal date. Proceed with live use after the committee accepts rehearsal findings. The event details remain to be confirmed. Background: frontend/public/aclcxp-bg.png.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46fe1f77c741b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888bb1b63249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e32c47640944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0e65a26c5946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9a9dda5aae4e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9fffb6e4d845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5D693F-F62D-4321-9956-E35D6A673A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A5B5F65-0031-4903-AD7B-4BAD93CF4B6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1160A4-5C9E-4737-85A8-711F3243D7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52A41F-52D3-4DCB-8573-9492E5CBEB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89250E-8568-4EA0-A4F0-A21E46785C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EFA774-B0E1-4C5F-B775-2910B856E8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DC3DEF-4F79-459C-BC10-A2DA934AAA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E7C4EDB-EB3A-4044-8491-87527D20074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925D33-5247-4AA1-9DCC-0CBD5CEFA2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57B338-A9EB-469F-AD0B-A623383DFB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b7515ecff84f40" /><Relationship Type="http://schemas.openxmlformats.org/officeDocument/2006/relationships/slideLayout" Target="/ppt/slideLayouts/slideLayout1.xml" Id="R4edc7d7e3db34d1e" /><Relationship Type="http://schemas.openxmlformats.org/officeDocument/2006/relationships/slideLayout" Target="/ppt/slideLayouts/slideLayout2.xml" Id="R76b1c3ed075e42f1" /><Relationship Type="http://schemas.openxmlformats.org/officeDocument/2006/relationships/slideLayout" Target="/ppt/slideLayouts/slideLayout3.xml" Id="R2897592bd15d4e53" /><Relationship Type="http://schemas.openxmlformats.org/officeDocument/2006/relationships/slideLayout" Target="/ppt/slideLayouts/slideLayout4.xml" Id="R1f7e573a4bd2453a" /><Relationship Type="http://schemas.openxmlformats.org/officeDocument/2006/relationships/slideLayout" Target="/ppt/slideLayouts/slideLayout5.xml" Id="Rd315cd987d0a437b" /><Relationship Type="http://schemas.openxmlformats.org/officeDocument/2006/relationships/slideLayout" Target="/ppt/slideLayouts/slideLayout6.xml" Id="Rebde5633b24140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dc7d7e3db34d1e"/>
    <p:sldLayoutId xmlns:r="http://schemas.openxmlformats.org/officeDocument/2006/relationships" id="2147483650" r:id="R76b1c3ed075e42f1"/>
    <p:sldLayoutId xmlns:r="http://schemas.openxmlformats.org/officeDocument/2006/relationships" id="2147483651" r:id="R2897592bd15d4e53"/>
    <p:sldLayoutId xmlns:r="http://schemas.openxmlformats.org/officeDocument/2006/relationships" id="2147483652" r:id="R1f7e573a4bd2453a"/>
    <p:sldLayoutId xmlns:r="http://schemas.openxmlformats.org/officeDocument/2006/relationships" id="2147483653" r:id="Rd315cd987d0a437b"/>
    <p:sldLayoutId xmlns:r="http://schemas.openxmlformats.org/officeDocument/2006/relationships" id="2147483654" r:id="Rebde5633b24140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d58ab16b2bc47b6" /><Relationship Type="http://schemas.openxmlformats.org/officeDocument/2006/relationships/image" Target="/ppt/media/image.png" Id="Rb20230078dcd4654" /><Relationship Type="http://schemas.openxmlformats.org/officeDocument/2006/relationships/notesSlide" Target="/ppt/notesSlides/notesSlide1.xml" Id="R6374d228dc0544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cb6a84ca62246ce" /><Relationship Type="http://schemas.openxmlformats.org/officeDocument/2006/relationships/image" Target="/ppt/media/image2.png" Id="Rc80f6437e2854652" /><Relationship Type="http://schemas.openxmlformats.org/officeDocument/2006/relationships/notesSlide" Target="/ppt/notesSlides/notesSlide2.xml" Id="Rb061004c492848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5ecf28c7dd34410" /><Relationship Type="http://schemas.openxmlformats.org/officeDocument/2006/relationships/notesSlide" Target="/ppt/notesSlides/notesSlide3.xml" Id="Rf214615e7d8946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a53ecdb9a954c98" /><Relationship Type="http://schemas.openxmlformats.org/officeDocument/2006/relationships/notesSlide" Target="/ppt/notesSlides/notesSlide4.xml" Id="R710971fbeef444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c218afce5449a2" /><Relationship Type="http://schemas.openxmlformats.org/officeDocument/2006/relationships/notesSlide" Target="/ppt/notesSlides/notesSlide5.xml" Id="R0ffd5effa0cf4b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d51825697a742f5" /><Relationship Type="http://schemas.openxmlformats.org/officeDocument/2006/relationships/image" Target="/ppt/media/image3.png" Id="R7d5e84213cd04c23" /><Relationship Type="http://schemas.openxmlformats.org/officeDocument/2006/relationships/image" Target="/ppt/media/image4.png" Id="R29ffcbfb1d064d2b" /><Relationship Type="http://schemas.openxmlformats.org/officeDocument/2006/relationships/image" Target="/ppt/media/image5.png" Id="R4d49454903db4c02" /><Relationship Type="http://schemas.openxmlformats.org/officeDocument/2006/relationships/image" Target="/ppt/media/image6.png" Id="Rf935e620e24d4e05" /><Relationship Type="http://schemas.openxmlformats.org/officeDocument/2006/relationships/image" Target="/ppt/media/image7.png" Id="R07db889728a04ad6" /><Relationship Type="http://schemas.openxmlformats.org/officeDocument/2006/relationships/notesSlide" Target="/ppt/notesSlides/notesSlide6.xml" Id="R9bf8e9f9e93742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b4cef9cff447d2" /><Relationship Type="http://schemas.openxmlformats.org/officeDocument/2006/relationships/notesSlide" Target="/ppt/notesSlides/notesSlide7.xml" Id="R2d3f91101a6c47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c4b6c02a0574bf4" /><Relationship Type="http://schemas.openxmlformats.org/officeDocument/2006/relationships/notesSlide" Target="/ppt/notesSlides/notesSlide8.xml" Id="R03240502f3f747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d33e199bd9a40d8" /><Relationship Type="http://schemas.openxmlformats.org/officeDocument/2006/relationships/notesSlide" Target="/ppt/notesSlides/notesSlide9.xml" Id="Ra3d9589230f942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d55755ca4e54999" /><Relationship Type="http://schemas.openxmlformats.org/officeDocument/2006/relationships/notesSlide" Target="/ppt/notesSlides/notesSlide10.xml" Id="Re2de0fe2373641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2fec83230a2491a" /><Relationship Type="http://schemas.openxmlformats.org/officeDocument/2006/relationships/notesSlide" Target="/ppt/notesSlides/notesSlide11.xml" Id="R95191a56d6b64c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5ff45ded6c04069" /><Relationship Type="http://schemas.openxmlformats.org/officeDocument/2006/relationships/image" Target="/ppt/media/image8.png" Id="Rb526869fe6704d2b" /><Relationship Type="http://schemas.openxmlformats.org/officeDocument/2006/relationships/notesSlide" Target="/ppt/notesSlides/notesSlide12.xml" Id="R4463272b1e4641f6" /></Relationships>
</file>

<file path=ppt/slides/slide1.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F89C5033-3303-4F6B-9DCA-82FF9C11B9BD}"/>
              </a:ext>
            </a:extLst>
          </p:cNvPr>
          <p:cNvPicPr>
            <a:picLocks xmlns:a="http://schemas.openxmlformats.org/drawingml/2006/main" noChangeAspect="1"/>
          </p:cNvPicPr>
          <p:nvPr/>
        </p:nvPicPr>
        <p:blipFill>
          <a:blip xmlns:r="http://schemas.openxmlformats.org/officeDocument/2006/relationships" xmlns:a="http://schemas.openxmlformats.org/drawingml/2006/main" r:embed="Rb20230078dcd465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D43EED3-8319-41AD-8D6B-64FE6A71CDED}"/>
              </a:ext>
            </a:extLst>
          </p:cNvPr>
          <p:cNvSpPr>
            <a:spLocks xmlns:a="http://schemas.openxmlformats.org/drawingml/2006/main" noGrp="1"/>
          </p:cNvSpPr>
          <p:nvPr/>
        </p:nvSpPr>
        <p:spPr>
          <a:xfrm xmlns:a="http://schemas.openxmlformats.org/drawingml/2006/main">
            <a:off x="609600" y="152400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450" b="1">
                <a:solidFill>
                  <a:srgbClr val="F5F5F4"/>
                </a:solidFill>
              </a:defRPr>
            </a:defPPr>
          </a:lstStyle>
          <a:p xmlns:a="http://schemas.openxmlformats.org/drawingml/2006/main">
            <a:pPr>
              <a:defRPr sz="6450" b="1">
                <a:solidFill>
                  <a:srgbClr val="F5F5F4"/>
                </a:solidFill>
              </a:defRPr>
            </a:pPr>
            <a:r>
              <a:rPr sz="6450" b="1">
                <a:solidFill>
                  <a:srgbClr val="F5F5F4"/>
                </a:solidFill>
              </a:rPr>
              <a:t>ACLCxp</a:t>
            </a:r>
          </a:p>
        </p:txBody>
      </p:sp>
      <p:sp>
        <p:nvSpPr>
          <p:cNvPr id="3" name="">
            <a:extLst xmlns:a="http://schemas.openxmlformats.org/drawingml/2006/main">
              <a:ext uri="{FF2B5EF4-FFF2-40B4-BE49-F238E27FC236}">
                <a16:creationId xmlns:a16="http://schemas.microsoft.com/office/drawing/2014/main" id="{7F2D2B88-48A3-48E8-B171-F555813514A9}"/>
              </a:ext>
            </a:extLst>
          </p:cNvPr>
          <p:cNvSpPr>
            <a:spLocks xmlns:a="http://schemas.openxmlformats.org/drawingml/2006/main" noGrp="1"/>
          </p:cNvSpPr>
          <p:nvPr/>
        </p:nvSpPr>
        <p:spPr>
          <a:xfrm xmlns:a="http://schemas.openxmlformats.org/drawingml/2006/main">
            <a:off x="647700" y="266700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BBF24"/>
                </a:solidFill>
              </a:defRPr>
            </a:defPPr>
          </a:lstStyle>
          <a:p xmlns:a="http://schemas.openxmlformats.org/drawingml/2006/main">
            <a:pPr>
              <a:defRPr sz="2100" b="1">
                <a:solidFill>
                  <a:srgbClr val="FBBF24"/>
                </a:solidFill>
              </a:defRPr>
            </a:pPr>
            <a:r>
              <a:rPr sz="2100" b="1">
                <a:solidFill>
                  <a:srgbClr val="FBBF24"/>
                </a:solidFill>
              </a:rPr>
              <a:t>LEVEL UP THROUGH FUN</a:t>
            </a:r>
          </a:p>
        </p:txBody>
      </p:sp>
      <p:sp>
        <p:nvSpPr>
          <p:cNvPr id="4" name="">
            <a:extLst xmlns:a="http://schemas.openxmlformats.org/drawingml/2006/main">
              <a:ext uri="{FF2B5EF4-FFF2-40B4-BE49-F238E27FC236}">
                <a16:creationId xmlns:a16="http://schemas.microsoft.com/office/drawing/2014/main" id="{644A9133-506B-4155-B287-CE07E0AE5CF9}"/>
              </a:ext>
            </a:extLst>
          </p:cNvPr>
          <p:cNvSpPr>
            <a:spLocks xmlns:a="http://schemas.openxmlformats.org/drawingml/2006/main" noGrp="1"/>
          </p:cNvSpPr>
          <p:nvPr/>
        </p:nvSpPr>
        <p:spPr>
          <a:xfrm xmlns:a="http://schemas.openxmlformats.org/drawingml/2006/main">
            <a:off x="647700" y="35242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5F5F4"/>
                </a:solidFill>
              </a:defRPr>
            </a:defPPr>
          </a:lstStyle>
          <a:p xmlns:a="http://schemas.openxmlformats.org/drawingml/2006/main">
            <a:pPr>
              <a:defRPr sz="2550" b="0">
                <a:solidFill>
                  <a:srgbClr val="F5F5F4"/>
                </a:solidFill>
              </a:defRPr>
            </a:pPr>
            <a:r>
              <a:rPr sz="2550" b="0">
                <a:solidFill>
                  <a:srgbClr val="F5F5F4"/>
                </a:solidFill>
              </a:rPr>
              <a:t>A proposal for the upcoming campus event</a:t>
            </a:r>
          </a:p>
        </p:txBody>
      </p:sp>
      <p:sp>
        <p:nvSpPr>
          <p:cNvPr id="5" name="">
            <a:extLst xmlns:a="http://schemas.openxmlformats.org/drawingml/2006/main">
              <a:ext uri="{FF2B5EF4-FFF2-40B4-BE49-F238E27FC236}">
                <a16:creationId xmlns:a16="http://schemas.microsoft.com/office/drawing/2014/main" id="{47806B85-9EF1-40FF-9872-E8D71D43685F}"/>
              </a:ext>
            </a:extLst>
          </p:cNvPr>
          <p:cNvSpPr>
            <a:spLocks xmlns:a="http://schemas.openxmlformats.org/drawingml/2006/main" noGrp="1"/>
          </p:cNvSpPr>
          <p:nvPr/>
        </p:nvSpPr>
        <p:spPr>
          <a:xfrm xmlns:a="http://schemas.openxmlformats.org/drawingml/2006/main">
            <a:off x="647700" y="57340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9C1CB"/>
                </a:solidFill>
              </a:defRPr>
            </a:defPPr>
          </a:lstStyle>
          <a:p xmlns:a="http://schemas.openxmlformats.org/drawingml/2006/main">
            <a:pPr>
              <a:defRPr sz="1725" b="0">
                <a:solidFill>
                  <a:srgbClr val="B9C1CB"/>
                </a:solidFill>
              </a:defRPr>
            </a:pPr>
            <a:r>
              <a:rPr sz="1725" b="0">
                <a:solidFill>
                  <a:srgbClr val="B9C1CB"/>
                </a:solidFill>
              </a:rPr>
              <a:t>ACLC College of Tacloban</a:t>
            </a:r>
          </a:p>
        </p:txBody>
      </p:sp>
    </p:spTree>
    <p:extLst>
      <p:ext uri="{BB962C8B-B14F-4D97-AF65-F5344CB8AC3E}">
        <p14:creationId xmlns:p14="http://schemas.microsoft.com/office/powerpoint/2010/main" val="752953176"/>
      </p:ext>
    </p:extLst>
  </p:cSld>
</p:sld>
</file>

<file path=ppt/slides/slide2.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A437AA-64D3-4237-9727-2703925E9F4E}"/>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5F4"/>
                </a:solidFill>
              </a:defRPr>
            </a:defPPr>
          </a:lstStyle>
          <a:p xmlns:a="http://schemas.openxmlformats.org/drawingml/2006/main">
            <a:pPr>
              <a:defRPr sz="3300" b="1">
                <a:solidFill>
                  <a:srgbClr val="F5F5F4"/>
                </a:solidFill>
              </a:defRPr>
            </a:pPr>
            <a:r>
              <a:rPr sz="3300" b="1">
                <a:solidFill>
                  <a:srgbClr val="F5F5F4"/>
                </a:solidFill>
              </a:rPr>
              <a:t>What is ACLCxp?</a:t>
            </a:r>
          </a:p>
        </p:txBody>
      </p:sp>
      <p:sp>
        <p:nvSpPr>
          <p:cNvPr id="2" name="">
            <a:extLst xmlns:a="http://schemas.openxmlformats.org/drawingml/2006/main">
              <a:ext uri="{FF2B5EF4-FFF2-40B4-BE49-F238E27FC236}">
                <a16:creationId xmlns:a16="http://schemas.microsoft.com/office/drawing/2014/main" id="{F4E61880-ED8B-4C45-80AE-E8B1E3C8D8BE}"/>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9C1CB"/>
                </a:solidFill>
              </a:defRPr>
            </a:defPPr>
          </a:lstStyle>
          <a:p xmlns:a="http://schemas.openxmlformats.org/drawingml/2006/main">
            <a:pPr>
              <a:defRPr sz="1200" b="0">
                <a:solidFill>
                  <a:srgbClr val="B9C1CB"/>
                </a:solidFill>
              </a:defRPr>
            </a:pPr>
            <a:r>
              <a:rPr sz="1200" b="0">
                <a:solidFill>
                  <a:srgbClr val="B9C1CB"/>
                </a:solidFill>
              </a:rPr>
              <a:t>02</a:t>
            </a:r>
          </a:p>
        </p:txBody>
      </p:sp>
      <p:sp>
        <p:nvSpPr>
          <p:cNvPr id="3" name="">
            <a:extLst xmlns:a="http://schemas.openxmlformats.org/drawingml/2006/main">
              <a:ext uri="{FF2B5EF4-FFF2-40B4-BE49-F238E27FC236}">
                <a16:creationId xmlns:a16="http://schemas.microsoft.com/office/drawing/2014/main" id="{276FEA20-19F4-4FDA-AD5C-5D9754559404}"/>
              </a:ext>
            </a:extLst>
          </p:cNvPr>
          <p:cNvSpPr>
            <a:spLocks xmlns:a="http://schemas.openxmlformats.org/drawingml/2006/main" noGrp="1"/>
          </p:cNvSpPr>
          <p:nvPr/>
        </p:nvSpPr>
        <p:spPr>
          <a:xfrm xmlns:a="http://schemas.openxmlformats.org/drawingml/2006/main">
            <a:off x="647700" y="1981200"/>
            <a:ext cx="704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BBF24"/>
                </a:solidFill>
              </a:defRPr>
            </a:defPPr>
          </a:lstStyle>
          <a:p xmlns:a="http://schemas.openxmlformats.org/drawingml/2006/main">
            <a:pPr>
              <a:defRPr sz="3600" b="1">
                <a:solidFill>
                  <a:srgbClr val="FBBF24"/>
                </a:solidFill>
              </a:defRPr>
            </a:pPr>
            <a:r>
              <a:rPr sz="3600" b="1">
                <a:solidFill>
                  <a:srgbClr val="FBBF24"/>
                </a:solidFill>
              </a:rPr>
              <a:t>ACLC Experience</a:t>
            </a:r>
          </a:p>
        </p:txBody>
      </p:sp>
      <p:sp>
        <p:nvSpPr>
          <p:cNvPr id="4" name="">
            <a:extLst xmlns:a="http://schemas.openxmlformats.org/drawingml/2006/main">
              <a:ext uri="{FF2B5EF4-FFF2-40B4-BE49-F238E27FC236}">
                <a16:creationId xmlns:a16="http://schemas.microsoft.com/office/drawing/2014/main" id="{64C5B122-7715-40A7-8219-D1F0B96BE0F8}"/>
              </a:ext>
            </a:extLst>
          </p:cNvPr>
          <p:cNvSpPr>
            <a:spLocks xmlns:a="http://schemas.openxmlformats.org/drawingml/2006/main" noGrp="1"/>
          </p:cNvSpPr>
          <p:nvPr/>
        </p:nvSpPr>
        <p:spPr>
          <a:xfrm xmlns:a="http://schemas.openxmlformats.org/drawingml/2006/main">
            <a:off x="647700" y="2886075"/>
            <a:ext cx="685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5F5F4"/>
                </a:solidFill>
              </a:defRPr>
            </a:defPPr>
          </a:lstStyle>
          <a:p xmlns:a="http://schemas.openxmlformats.org/drawingml/2006/main">
            <a:pPr>
              <a:defRPr sz="2550" b="0">
                <a:solidFill>
                  <a:srgbClr val="F5F5F4"/>
                </a:solidFill>
              </a:defRPr>
            </a:pPr>
            <a:r>
              <a:rPr sz="2550" b="0">
                <a:solidFill>
                  <a:srgbClr val="F5F5F4"/>
                </a:solidFill>
              </a:rPr>
              <a:t>A campus platform for event registration, QR attendance, house competitions, and student participation records.</a:t>
            </a:r>
          </a:p>
        </p:txBody>
      </p:sp>
      <p:pic>
        <p:nvPicPr>
          <p:cNvPr id="5" name="">
            <a:extLst xmlns:a="http://schemas.openxmlformats.org/drawingml/2006/main">
              <a:ext uri="{FF2B5EF4-FFF2-40B4-BE49-F238E27FC236}">
                <a16:creationId xmlns:a16="http://schemas.microsoft.com/office/drawing/2014/main" id="{FE324DF3-D132-4C9B-8130-17B9E33014E7}"/>
              </a:ext>
            </a:extLst>
          </p:cNvPr>
          <p:cNvPicPr>
            <a:picLocks xmlns:a="http://schemas.openxmlformats.org/drawingml/2006/main" noChangeAspect="1"/>
          </p:cNvPicPr>
          <p:nvPr/>
        </p:nvPicPr>
        <p:blipFill>
          <a:blip xmlns:r="http://schemas.openxmlformats.org/officeDocument/2006/relationships" xmlns:a="http://schemas.openxmlformats.org/drawingml/2006/main" r:embed="Rc80f6437e2854652"/>
          <a:stretch xmlns:a="http://schemas.openxmlformats.org/drawingml/2006/main"/>
        </p:blipFill>
        <p:spPr>
          <a:xfrm xmlns:a="http://schemas.openxmlformats.org/drawingml/2006/main">
            <a:off x="8572500" y="2047875"/>
            <a:ext cx="2571750" cy="2571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B192BBC-6722-4D75-81B0-D8DF182E1C6B}"/>
              </a:ext>
            </a:extLst>
          </p:cNvPr>
          <p:cNvSpPr>
            <a:spLocks xmlns:a="http://schemas.openxmlformats.org/drawingml/2006/main" noGrp="1"/>
          </p:cNvSpPr>
          <p:nvPr/>
        </p:nvSpPr>
        <p:spPr>
          <a:xfrm xmlns:a="http://schemas.openxmlformats.org/drawingml/2006/main">
            <a:off x="647700" y="5353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9C1CB"/>
                </a:solidFill>
              </a:defRPr>
            </a:defPPr>
          </a:lstStyle>
          <a:p xmlns:a="http://schemas.openxmlformats.org/drawingml/2006/main">
            <a:pPr>
              <a:defRPr sz="2025" b="0">
                <a:solidFill>
                  <a:srgbClr val="B9C1CB"/>
                </a:solidFill>
              </a:defRPr>
            </a:pPr>
            <a:r>
              <a:rPr sz="2025" b="0">
                <a:solidFill>
                  <a:srgbClr val="B9C1CB"/>
                </a:solidFill>
              </a:rPr>
              <a:t>Proposed use: a supervised pilot at the upcoming event</a:t>
            </a:r>
          </a:p>
        </p:txBody>
      </p:sp>
    </p:spTree>
    <p:extLst>
      <p:ext uri="{BB962C8B-B14F-4D97-AF65-F5344CB8AC3E}">
        <p14:creationId xmlns:p14="http://schemas.microsoft.com/office/powerpoint/2010/main" val="480874190"/>
      </p:ext>
    </p:extLst>
  </p:cSld>
</p:sld>
</file>

<file path=ppt/slides/slide3.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8E66FC-781D-43FF-8086-53936F8D98BF}"/>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5F4"/>
                </a:solidFill>
              </a:defRPr>
            </a:defPPr>
          </a:lstStyle>
          <a:p xmlns:a="http://schemas.openxmlformats.org/drawingml/2006/main">
            <a:pPr>
              <a:defRPr sz="3300" b="1">
                <a:solidFill>
                  <a:srgbClr val="F5F5F4"/>
                </a:solidFill>
              </a:defRPr>
            </a:pPr>
            <a:r>
              <a:rPr sz="3300" b="1">
                <a:solidFill>
                  <a:srgbClr val="F5F5F4"/>
                </a:solidFill>
              </a:rPr>
              <a:t>The event workflows it brings together</a:t>
            </a:r>
          </a:p>
        </p:txBody>
      </p:sp>
      <p:sp>
        <p:nvSpPr>
          <p:cNvPr id="2" name="">
            <a:extLst xmlns:a="http://schemas.openxmlformats.org/drawingml/2006/main">
              <a:ext uri="{FF2B5EF4-FFF2-40B4-BE49-F238E27FC236}">
                <a16:creationId xmlns:a16="http://schemas.microsoft.com/office/drawing/2014/main" id="{0B25990D-A73F-4AE9-8709-CD65CF59E4B7}"/>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9C1CB"/>
                </a:solidFill>
              </a:defRPr>
            </a:defPPr>
          </a:lstStyle>
          <a:p xmlns:a="http://schemas.openxmlformats.org/drawingml/2006/main">
            <a:pPr>
              <a:defRPr sz="1200" b="0">
                <a:solidFill>
                  <a:srgbClr val="B9C1CB"/>
                </a:solidFill>
              </a:defRPr>
            </a:pPr>
            <a:r>
              <a:rPr sz="1200" b="0">
                <a:solidFill>
                  <a:srgbClr val="B9C1CB"/>
                </a:solidFill>
              </a:rPr>
              <a:t>03</a:t>
            </a:r>
          </a:p>
        </p:txBody>
      </p:sp>
      <p:sp>
        <p:nvSpPr>
          <p:cNvPr id="3" name="">
            <a:extLst xmlns:a="http://schemas.openxmlformats.org/drawingml/2006/main">
              <a:ext uri="{FF2B5EF4-FFF2-40B4-BE49-F238E27FC236}">
                <a16:creationId xmlns:a16="http://schemas.microsoft.com/office/drawing/2014/main" id="{352A4D4B-6506-44F8-8F75-E67DBD2E36FE}"/>
              </a:ext>
            </a:extLst>
          </p:cNvPr>
          <p:cNvSpPr>
            <a:spLocks xmlns:a="http://schemas.openxmlformats.org/drawingml/2006/main" noGrp="1"/>
          </p:cNvSpPr>
          <p:nvPr/>
        </p:nvSpPr>
        <p:spPr>
          <a:xfrm xmlns:a="http://schemas.openxmlformats.org/drawingml/2006/main">
            <a:off x="647700" y="1838325"/>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01</a:t>
            </a:r>
          </a:p>
        </p:txBody>
      </p:sp>
      <p:sp>
        <p:nvSpPr>
          <p:cNvPr id="4" name="">
            <a:extLst xmlns:a="http://schemas.openxmlformats.org/drawingml/2006/main">
              <a:ext uri="{FF2B5EF4-FFF2-40B4-BE49-F238E27FC236}">
                <a16:creationId xmlns:a16="http://schemas.microsoft.com/office/drawing/2014/main" id="{B595F25D-5F34-4A40-B793-EFFDEA7EFCC9}"/>
              </a:ext>
            </a:extLst>
          </p:cNvPr>
          <p:cNvSpPr>
            <a:spLocks xmlns:a="http://schemas.openxmlformats.org/drawingml/2006/main" noGrp="1"/>
          </p:cNvSpPr>
          <p:nvPr/>
        </p:nvSpPr>
        <p:spPr>
          <a:xfrm xmlns:a="http://schemas.openxmlformats.org/drawingml/2006/main">
            <a:off x="1476375" y="18383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Registration and participant lists</a:t>
            </a:r>
          </a:p>
        </p:txBody>
      </p:sp>
      <p:sp>
        <p:nvSpPr>
          <p:cNvPr id="5" name="">
            <a:extLst xmlns:a="http://schemas.openxmlformats.org/drawingml/2006/main">
              <a:ext uri="{FF2B5EF4-FFF2-40B4-BE49-F238E27FC236}">
                <a16:creationId xmlns:a16="http://schemas.microsoft.com/office/drawing/2014/main" id="{6F8E8E70-F08A-4C0C-87B4-A6F242D467A5}"/>
              </a:ext>
            </a:extLst>
          </p:cNvPr>
          <p:cNvSpPr>
            <a:spLocks xmlns:a="http://schemas.openxmlformats.org/drawingml/2006/main" noGrp="1"/>
          </p:cNvSpPr>
          <p:nvPr/>
        </p:nvSpPr>
        <p:spPr>
          <a:xfrm xmlns:a="http://schemas.openxmlformats.org/drawingml/2006/main">
            <a:off x="1476375" y="2295525"/>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Event pages and registration keep event details and participants together.</a:t>
            </a:r>
          </a:p>
        </p:txBody>
      </p:sp>
      <p:sp>
        <p:nvSpPr>
          <p:cNvPr id="6" name="">
            <a:extLst xmlns:a="http://schemas.openxmlformats.org/drawingml/2006/main">
              <a:ext uri="{FF2B5EF4-FFF2-40B4-BE49-F238E27FC236}">
                <a16:creationId xmlns:a16="http://schemas.microsoft.com/office/drawing/2014/main" id="{84A9F85A-2A01-411A-BB51-DE40E2B5616C}"/>
              </a:ext>
            </a:extLst>
          </p:cNvPr>
          <p:cNvSpPr>
            <a:spLocks xmlns:a="http://schemas.openxmlformats.org/drawingml/2006/main" noGrp="1"/>
          </p:cNvSpPr>
          <p:nvPr/>
        </p:nvSpPr>
        <p:spPr>
          <a:xfrm xmlns:a="http://schemas.openxmlformats.org/drawingml/2006/main">
            <a:off x="647700" y="327660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02</a:t>
            </a:r>
          </a:p>
        </p:txBody>
      </p:sp>
      <p:sp>
        <p:nvSpPr>
          <p:cNvPr id="7" name="">
            <a:extLst xmlns:a="http://schemas.openxmlformats.org/drawingml/2006/main">
              <a:ext uri="{FF2B5EF4-FFF2-40B4-BE49-F238E27FC236}">
                <a16:creationId xmlns:a16="http://schemas.microsoft.com/office/drawing/2014/main" id="{384ED944-F6B1-44A3-A5E8-AB9505C0DEDD}"/>
              </a:ext>
            </a:extLst>
          </p:cNvPr>
          <p:cNvSpPr>
            <a:spLocks xmlns:a="http://schemas.openxmlformats.org/drawingml/2006/main" noGrp="1"/>
          </p:cNvSpPr>
          <p:nvPr/>
        </p:nvSpPr>
        <p:spPr>
          <a:xfrm xmlns:a="http://schemas.openxmlformats.org/drawingml/2006/main">
            <a:off x="1476375" y="327660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Attendance and participation history</a:t>
            </a:r>
          </a:p>
        </p:txBody>
      </p:sp>
      <p:sp>
        <p:nvSpPr>
          <p:cNvPr id="8" name="">
            <a:extLst xmlns:a="http://schemas.openxmlformats.org/drawingml/2006/main">
              <a:ext uri="{FF2B5EF4-FFF2-40B4-BE49-F238E27FC236}">
                <a16:creationId xmlns:a16="http://schemas.microsoft.com/office/drawing/2014/main" id="{D3F23065-6EA7-43A9-9CFB-F2BB3073A5DB}"/>
              </a:ext>
            </a:extLst>
          </p:cNvPr>
          <p:cNvSpPr>
            <a:spLocks xmlns:a="http://schemas.openxmlformats.org/drawingml/2006/main" noGrp="1"/>
          </p:cNvSpPr>
          <p:nvPr/>
        </p:nvSpPr>
        <p:spPr>
          <a:xfrm xmlns:a="http://schemas.openxmlformats.org/drawingml/2006/main">
            <a:off x="1476375" y="373380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QR passes connect check-in records to the student account.</a:t>
            </a:r>
          </a:p>
        </p:txBody>
      </p:sp>
      <p:sp>
        <p:nvSpPr>
          <p:cNvPr id="9" name="">
            <a:extLst xmlns:a="http://schemas.openxmlformats.org/drawingml/2006/main">
              <a:ext uri="{FF2B5EF4-FFF2-40B4-BE49-F238E27FC236}">
                <a16:creationId xmlns:a16="http://schemas.microsoft.com/office/drawing/2014/main" id="{EF6D6440-1A2A-49D5-AF42-B0789B635933}"/>
              </a:ext>
            </a:extLst>
          </p:cNvPr>
          <p:cNvSpPr>
            <a:spLocks xmlns:a="http://schemas.openxmlformats.org/drawingml/2006/main" noGrp="1"/>
          </p:cNvSpPr>
          <p:nvPr/>
        </p:nvSpPr>
        <p:spPr>
          <a:xfrm xmlns:a="http://schemas.openxmlformats.org/drawingml/2006/main">
            <a:off x="647700" y="4714875"/>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03</a:t>
            </a:r>
          </a:p>
        </p:txBody>
      </p:sp>
      <p:sp>
        <p:nvSpPr>
          <p:cNvPr id="10" name="">
            <a:extLst xmlns:a="http://schemas.openxmlformats.org/drawingml/2006/main">
              <a:ext uri="{FF2B5EF4-FFF2-40B4-BE49-F238E27FC236}">
                <a16:creationId xmlns:a16="http://schemas.microsoft.com/office/drawing/2014/main" id="{26110C6E-568E-48AE-9657-7BC5BE70A415}"/>
              </a:ext>
            </a:extLst>
          </p:cNvPr>
          <p:cNvSpPr>
            <a:spLocks xmlns:a="http://schemas.openxmlformats.org/drawingml/2006/main" noGrp="1"/>
          </p:cNvSpPr>
          <p:nvPr/>
        </p:nvSpPr>
        <p:spPr>
          <a:xfrm xmlns:a="http://schemas.openxmlformats.org/drawingml/2006/main">
            <a:off x="1476375" y="471487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Competition results and house totals</a:t>
            </a:r>
          </a:p>
        </p:txBody>
      </p:sp>
      <p:sp>
        <p:nvSpPr>
          <p:cNvPr id="11" name="">
            <a:extLst xmlns:a="http://schemas.openxmlformats.org/drawingml/2006/main">
              <a:ext uri="{FF2B5EF4-FFF2-40B4-BE49-F238E27FC236}">
                <a16:creationId xmlns:a16="http://schemas.microsoft.com/office/drawing/2014/main" id="{3C8EA194-438C-4F10-B814-090744242217}"/>
              </a:ext>
            </a:extLst>
          </p:cNvPr>
          <p:cNvSpPr>
            <a:spLocks xmlns:a="http://schemas.openxmlformats.org/drawingml/2006/main" noGrp="1"/>
          </p:cNvSpPr>
          <p:nvPr/>
        </p:nvSpPr>
        <p:spPr>
          <a:xfrm xmlns:a="http://schemas.openxmlformats.org/drawingml/2006/main">
            <a:off x="1476375" y="5172075"/>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Recorded results and approved points support championship standings.</a:t>
            </a:r>
          </a:p>
        </p:txBody>
      </p:sp>
    </p:spTree>
    <p:extLst>
      <p:ext uri="{BB962C8B-B14F-4D97-AF65-F5344CB8AC3E}">
        <p14:creationId xmlns:p14="http://schemas.microsoft.com/office/powerpoint/2010/main" val="1888830848"/>
      </p:ext>
    </p:extLst>
  </p:cSld>
</p:sld>
</file>

<file path=ppt/slides/slide4.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3056FC-E0DF-4797-A6FD-2AC42BAAF7C9}"/>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5F4"/>
                </a:solidFill>
              </a:defRPr>
            </a:defPPr>
          </a:lstStyle>
          <a:p xmlns:a="http://schemas.openxmlformats.org/drawingml/2006/main">
            <a:pPr>
              <a:defRPr sz="3300" b="1">
                <a:solidFill>
                  <a:srgbClr val="F5F5F4"/>
                </a:solidFill>
              </a:defRPr>
            </a:pPr>
            <a:r>
              <a:rPr sz="3300" b="1">
                <a:solidFill>
                  <a:srgbClr val="F5F5F4"/>
                </a:solidFill>
              </a:rPr>
              <a:t>The student experience</a:t>
            </a:r>
          </a:p>
        </p:txBody>
      </p:sp>
      <p:sp>
        <p:nvSpPr>
          <p:cNvPr id="2" name="">
            <a:extLst xmlns:a="http://schemas.openxmlformats.org/drawingml/2006/main">
              <a:ext uri="{FF2B5EF4-FFF2-40B4-BE49-F238E27FC236}">
                <a16:creationId xmlns:a16="http://schemas.microsoft.com/office/drawing/2014/main" id="{46167A24-B2E6-4BA2-8921-27A476619247}"/>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9C1CB"/>
                </a:solidFill>
              </a:defRPr>
            </a:defPPr>
          </a:lstStyle>
          <a:p xmlns:a="http://schemas.openxmlformats.org/drawingml/2006/main">
            <a:pPr>
              <a:defRPr sz="1200" b="0">
                <a:solidFill>
                  <a:srgbClr val="B9C1CB"/>
                </a:solidFill>
              </a:defRPr>
            </a:pPr>
            <a:r>
              <a:rPr sz="1200" b="0">
                <a:solidFill>
                  <a:srgbClr val="B9C1CB"/>
                </a:solidFill>
              </a:rPr>
              <a:t>04</a:t>
            </a:r>
          </a:p>
        </p:txBody>
      </p:sp>
      <p:sp>
        <p:nvSpPr>
          <p:cNvPr id="3" name="">
            <a:extLst xmlns:a="http://schemas.openxmlformats.org/drawingml/2006/main">
              <a:ext uri="{FF2B5EF4-FFF2-40B4-BE49-F238E27FC236}">
                <a16:creationId xmlns:a16="http://schemas.microsoft.com/office/drawing/2014/main" id="{4A2D492B-26DF-45FC-B3EC-DF976532FDA1}"/>
              </a:ext>
            </a:extLst>
          </p:cNvPr>
          <p:cNvSpPr>
            <a:spLocks xmlns:a="http://schemas.openxmlformats.org/drawingml/2006/main" noGrp="1"/>
          </p:cNvSpPr>
          <p:nvPr/>
        </p:nvSpPr>
        <p:spPr>
          <a:xfrm xmlns:a="http://schemas.openxmlformats.org/drawingml/2006/main">
            <a:off x="647700" y="18097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01</a:t>
            </a:r>
          </a:p>
        </p:txBody>
      </p:sp>
      <p:sp>
        <p:nvSpPr>
          <p:cNvPr id="4" name="">
            <a:extLst xmlns:a="http://schemas.openxmlformats.org/drawingml/2006/main">
              <a:ext uri="{FF2B5EF4-FFF2-40B4-BE49-F238E27FC236}">
                <a16:creationId xmlns:a16="http://schemas.microsoft.com/office/drawing/2014/main" id="{15C5B8AD-4879-4CAE-9DC4-BC0F7EE1EE30}"/>
              </a:ext>
            </a:extLst>
          </p:cNvPr>
          <p:cNvSpPr>
            <a:spLocks xmlns:a="http://schemas.openxmlformats.org/drawingml/2006/main" noGrp="1"/>
          </p:cNvSpPr>
          <p:nvPr/>
        </p:nvSpPr>
        <p:spPr>
          <a:xfrm xmlns:a="http://schemas.openxmlformats.org/drawingml/2006/main">
            <a:off x="1476375" y="18097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Activate season access</a:t>
            </a:r>
          </a:p>
        </p:txBody>
      </p:sp>
      <p:sp>
        <p:nvSpPr>
          <p:cNvPr id="5" name="">
            <a:extLst xmlns:a="http://schemas.openxmlformats.org/drawingml/2006/main">
              <a:ext uri="{FF2B5EF4-FFF2-40B4-BE49-F238E27FC236}">
                <a16:creationId xmlns:a16="http://schemas.microsoft.com/office/drawing/2014/main" id="{CF259002-D952-4545-ABD1-89A47673E5A9}"/>
              </a:ext>
            </a:extLst>
          </p:cNvPr>
          <p:cNvSpPr>
            <a:spLocks xmlns:a="http://schemas.openxmlformats.org/drawingml/2006/main" noGrp="1"/>
          </p:cNvSpPr>
          <p:nvPr/>
        </p:nvSpPr>
        <p:spPr>
          <a:xfrm xmlns:a="http://schemas.openxmlformats.org/drawingml/2006/main">
            <a:off x="1476375" y="22669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Use an existing account, an eligible roster entry, and a season ticket.</a:t>
            </a:r>
          </a:p>
        </p:txBody>
      </p:sp>
      <p:sp>
        <p:nvSpPr>
          <p:cNvPr id="6" name="">
            <a:extLst xmlns:a="http://schemas.openxmlformats.org/drawingml/2006/main">
              <a:ext uri="{FF2B5EF4-FFF2-40B4-BE49-F238E27FC236}">
                <a16:creationId xmlns:a16="http://schemas.microsoft.com/office/drawing/2014/main" id="{C9108F21-510C-4971-BDD6-CF179C94C23B}"/>
              </a:ext>
            </a:extLst>
          </p:cNvPr>
          <p:cNvSpPr>
            <a:spLocks xmlns:a="http://schemas.openxmlformats.org/drawingml/2006/main" noGrp="1"/>
          </p:cNvSpPr>
          <p:nvPr/>
        </p:nvSpPr>
        <p:spPr>
          <a:xfrm xmlns:a="http://schemas.openxmlformats.org/drawingml/2006/main">
            <a:off x="647700" y="32575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02</a:t>
            </a:r>
          </a:p>
        </p:txBody>
      </p:sp>
      <p:sp>
        <p:nvSpPr>
          <p:cNvPr id="7" name="">
            <a:extLst xmlns:a="http://schemas.openxmlformats.org/drawingml/2006/main">
              <a:ext uri="{FF2B5EF4-FFF2-40B4-BE49-F238E27FC236}">
                <a16:creationId xmlns:a16="http://schemas.microsoft.com/office/drawing/2014/main" id="{3F799BC5-8ED2-4BEC-B1A5-863BB9894147}"/>
              </a:ext>
            </a:extLst>
          </p:cNvPr>
          <p:cNvSpPr>
            <a:spLocks xmlns:a="http://schemas.openxmlformats.org/drawingml/2006/main" noGrp="1"/>
          </p:cNvSpPr>
          <p:nvPr/>
        </p:nvSpPr>
        <p:spPr>
          <a:xfrm xmlns:a="http://schemas.openxmlformats.org/drawingml/2006/main">
            <a:off x="1476375" y="32575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Find an event and participate</a:t>
            </a:r>
          </a:p>
        </p:txBody>
      </p:sp>
      <p:sp>
        <p:nvSpPr>
          <p:cNvPr id="8" name="">
            <a:extLst xmlns:a="http://schemas.openxmlformats.org/drawingml/2006/main">
              <a:ext uri="{FF2B5EF4-FFF2-40B4-BE49-F238E27FC236}">
                <a16:creationId xmlns:a16="http://schemas.microsoft.com/office/drawing/2014/main" id="{399F5855-BF8E-47A9-BA74-23E8FDD8DC56}"/>
              </a:ext>
            </a:extLst>
          </p:cNvPr>
          <p:cNvSpPr>
            <a:spLocks xmlns:a="http://schemas.openxmlformats.org/drawingml/2006/main" noGrp="1"/>
          </p:cNvSpPr>
          <p:nvPr/>
        </p:nvSpPr>
        <p:spPr>
          <a:xfrm xmlns:a="http://schemas.openxmlformats.org/drawingml/2006/main">
            <a:off x="1476375" y="37147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Browse available events and register where the event requires it.</a:t>
            </a:r>
          </a:p>
        </p:txBody>
      </p:sp>
      <p:sp>
        <p:nvSpPr>
          <p:cNvPr id="9" name="">
            <a:extLst xmlns:a="http://schemas.openxmlformats.org/drawingml/2006/main">
              <a:ext uri="{FF2B5EF4-FFF2-40B4-BE49-F238E27FC236}">
                <a16:creationId xmlns:a16="http://schemas.microsoft.com/office/drawing/2014/main" id="{E77D4D2D-7AD7-409D-AEEC-A4A7291C4A73}"/>
              </a:ext>
            </a:extLst>
          </p:cNvPr>
          <p:cNvSpPr>
            <a:spLocks xmlns:a="http://schemas.openxmlformats.org/drawingml/2006/main" noGrp="1"/>
          </p:cNvSpPr>
          <p:nvPr/>
        </p:nvSpPr>
        <p:spPr>
          <a:xfrm xmlns:a="http://schemas.openxmlformats.org/drawingml/2006/main">
            <a:off x="647700" y="47053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03</a:t>
            </a:r>
          </a:p>
        </p:txBody>
      </p:sp>
      <p:sp>
        <p:nvSpPr>
          <p:cNvPr id="10" name="">
            <a:extLst xmlns:a="http://schemas.openxmlformats.org/drawingml/2006/main">
              <a:ext uri="{FF2B5EF4-FFF2-40B4-BE49-F238E27FC236}">
                <a16:creationId xmlns:a16="http://schemas.microsoft.com/office/drawing/2014/main" id="{A7DE7245-7D7F-4F91-8BDC-78D0A1CF9E56}"/>
              </a:ext>
            </a:extLst>
          </p:cNvPr>
          <p:cNvSpPr>
            <a:spLocks xmlns:a="http://schemas.openxmlformats.org/drawingml/2006/main" noGrp="1"/>
          </p:cNvSpPr>
          <p:nvPr/>
        </p:nvSpPr>
        <p:spPr>
          <a:xfrm xmlns:a="http://schemas.openxmlformats.org/drawingml/2006/main">
            <a:off x="1476375" y="47053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Present a QR pass and review records</a:t>
            </a:r>
          </a:p>
        </p:txBody>
      </p:sp>
      <p:sp>
        <p:nvSpPr>
          <p:cNvPr id="11" name="">
            <a:extLst xmlns:a="http://schemas.openxmlformats.org/drawingml/2006/main">
              <a:ext uri="{FF2B5EF4-FFF2-40B4-BE49-F238E27FC236}">
                <a16:creationId xmlns:a16="http://schemas.microsoft.com/office/drawing/2014/main" id="{2EC16E8A-F833-4822-A8A1-969A1DEC790D}"/>
              </a:ext>
            </a:extLst>
          </p:cNvPr>
          <p:cNvSpPr>
            <a:spLocks xmlns:a="http://schemas.openxmlformats.org/drawingml/2006/main" noGrp="1"/>
          </p:cNvSpPr>
          <p:nvPr/>
        </p:nvSpPr>
        <p:spPr>
          <a:xfrm xmlns:a="http://schemas.openxmlformats.org/drawingml/2006/main">
            <a:off x="1476375" y="51625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Staff verify identity before approval. Students can view their merit sheet.</a:t>
            </a:r>
          </a:p>
        </p:txBody>
      </p:sp>
    </p:spTree>
    <p:extLst>
      <p:ext uri="{BB962C8B-B14F-4D97-AF65-F5344CB8AC3E}">
        <p14:creationId xmlns:p14="http://schemas.microsoft.com/office/powerpoint/2010/main" val="13663193"/>
      </p:ext>
    </p:extLst>
  </p:cSld>
</p:sld>
</file>

<file path=ppt/slides/slide5.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1222FE-B0EC-4246-B937-4DD22B2DE3C1}"/>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5F4"/>
                </a:solidFill>
              </a:defRPr>
            </a:defPPr>
          </a:lstStyle>
          <a:p xmlns:a="http://schemas.openxmlformats.org/drawingml/2006/main">
            <a:pPr>
              <a:defRPr sz="3300" b="1">
                <a:solidFill>
                  <a:srgbClr val="F5F5F4"/>
                </a:solidFill>
              </a:defRPr>
            </a:pPr>
            <a:r>
              <a:rPr sz="3300" b="1">
                <a:solidFill>
                  <a:srgbClr val="F5F5F4"/>
                </a:solidFill>
              </a:rPr>
              <a:t>Attendance with identity confirmation</a:t>
            </a:r>
          </a:p>
        </p:txBody>
      </p:sp>
      <p:sp>
        <p:nvSpPr>
          <p:cNvPr id="2" name="">
            <a:extLst xmlns:a="http://schemas.openxmlformats.org/drawingml/2006/main">
              <a:ext uri="{FF2B5EF4-FFF2-40B4-BE49-F238E27FC236}">
                <a16:creationId xmlns:a16="http://schemas.microsoft.com/office/drawing/2014/main" id="{883152A5-BB4C-4AE5-BB80-C44EE9D39454}"/>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9C1CB"/>
                </a:solidFill>
              </a:defRPr>
            </a:defPPr>
          </a:lstStyle>
          <a:p xmlns:a="http://schemas.openxmlformats.org/drawingml/2006/main">
            <a:pPr>
              <a:defRPr sz="1200" b="0">
                <a:solidFill>
                  <a:srgbClr val="B9C1CB"/>
                </a:solidFill>
              </a:defRPr>
            </a:pPr>
            <a:r>
              <a:rPr sz="1200" b="0">
                <a:solidFill>
                  <a:srgbClr val="B9C1CB"/>
                </a:solidFill>
              </a:rPr>
              <a:t>05</a:t>
            </a:r>
          </a:p>
        </p:txBody>
      </p:sp>
      <p:sp>
        <p:nvSpPr>
          <p:cNvPr id="3" name="">
            <a:extLst xmlns:a="http://schemas.openxmlformats.org/drawingml/2006/main">
              <a:ext uri="{FF2B5EF4-FFF2-40B4-BE49-F238E27FC236}">
                <a16:creationId xmlns:a16="http://schemas.microsoft.com/office/drawing/2014/main" id="{BE2673A4-0BD2-427E-98B6-5A73C9B236DC}"/>
              </a:ext>
            </a:extLst>
          </p:cNvPr>
          <p:cNvSpPr>
            <a:spLocks xmlns:a="http://schemas.openxmlformats.org/drawingml/2006/main" noGrp="1"/>
          </p:cNvSpPr>
          <p:nvPr/>
        </p:nvSpPr>
        <p:spPr>
          <a:xfrm xmlns:a="http://schemas.openxmlformats.org/drawingml/2006/main">
            <a:off x="647700" y="20002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BBF24"/>
                </a:solidFill>
              </a:defRPr>
            </a:defPPr>
          </a:lstStyle>
          <a:p xmlns:a="http://schemas.openxmlformats.org/drawingml/2006/main">
            <a:pPr>
              <a:defRPr sz="3450" b="1">
                <a:solidFill>
                  <a:srgbClr val="FBBF24"/>
                </a:solidFill>
              </a:defRPr>
            </a:pPr>
            <a:r>
              <a:rPr sz="3450" b="1">
                <a:solidFill>
                  <a:srgbClr val="FBBF24"/>
                </a:solidFill>
              </a:rPr>
              <a:t>Scan or search</a:t>
            </a:r>
          </a:p>
        </p:txBody>
      </p:sp>
      <p:sp>
        <p:nvSpPr>
          <p:cNvPr id="4" name="">
            <a:extLst xmlns:a="http://schemas.openxmlformats.org/drawingml/2006/main">
              <a:ext uri="{FF2B5EF4-FFF2-40B4-BE49-F238E27FC236}">
                <a16:creationId xmlns:a16="http://schemas.microsoft.com/office/drawing/2014/main" id="{FDDFCC7E-BC80-482E-9622-E780E406319F}"/>
              </a:ext>
            </a:extLst>
          </p:cNvPr>
          <p:cNvSpPr>
            <a:spLocks xmlns:a="http://schemas.openxmlformats.org/drawingml/2006/main" noGrp="1"/>
          </p:cNvSpPr>
          <p:nvPr/>
        </p:nvSpPr>
        <p:spPr>
          <a:xfrm xmlns:a="http://schemas.openxmlformats.org/drawingml/2006/main">
            <a:off x="647700" y="29527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5F5F4"/>
                </a:solidFill>
              </a:defRPr>
            </a:defPPr>
          </a:lstStyle>
          <a:p xmlns:a="http://schemas.openxmlformats.org/drawingml/2006/main">
            <a:pPr>
              <a:defRPr sz="3000" b="0">
                <a:solidFill>
                  <a:srgbClr val="F5F5F4"/>
                </a:solidFill>
              </a:defRPr>
            </a:pPr>
            <a:r>
              <a:rPr sz="3000" b="0">
                <a:solidFill>
                  <a:srgbClr val="F5F5F4"/>
                </a:solidFill>
              </a:rPr>
              <a:t>Confirm the student’s identity</a:t>
            </a:r>
          </a:p>
        </p:txBody>
      </p:sp>
      <p:sp>
        <p:nvSpPr>
          <p:cNvPr id="5" name="">
            <a:extLst xmlns:a="http://schemas.openxmlformats.org/drawingml/2006/main">
              <a:ext uri="{FF2B5EF4-FFF2-40B4-BE49-F238E27FC236}">
                <a16:creationId xmlns:a16="http://schemas.microsoft.com/office/drawing/2014/main" id="{AB3D51C3-4267-4CD4-A0AD-4D023E655E74}"/>
              </a:ext>
            </a:extLst>
          </p:cNvPr>
          <p:cNvSpPr>
            <a:spLocks xmlns:a="http://schemas.openxmlformats.org/drawingml/2006/main" noGrp="1"/>
          </p:cNvSpPr>
          <p:nvPr/>
        </p:nvSpPr>
        <p:spPr>
          <a:xfrm xmlns:a="http://schemas.openxmlformats.org/drawingml/2006/main">
            <a:off x="647700" y="39052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5F5F4"/>
                </a:solidFill>
              </a:defRPr>
            </a:defPPr>
          </a:lstStyle>
          <a:p xmlns:a="http://schemas.openxmlformats.org/drawingml/2006/main">
            <a:pPr>
              <a:defRPr sz="3000" b="0">
                <a:solidFill>
                  <a:srgbClr val="F5F5F4"/>
                </a:solidFill>
              </a:defRPr>
            </a:pPr>
            <a:r>
              <a:rPr sz="3000" b="0">
                <a:solidFill>
                  <a:srgbClr val="F5F5F4"/>
                </a:solidFill>
              </a:rPr>
              <a:t>Approve eligible attendance</a:t>
            </a:r>
          </a:p>
        </p:txBody>
      </p:sp>
      <p:sp>
        <p:nvSpPr>
          <p:cNvPr id="6" name="">
            <a:extLst xmlns:a="http://schemas.openxmlformats.org/drawingml/2006/main">
              <a:ext uri="{FF2B5EF4-FFF2-40B4-BE49-F238E27FC236}">
                <a16:creationId xmlns:a16="http://schemas.microsoft.com/office/drawing/2014/main" id="{EA73C880-26D5-4878-9FD4-536A1059D0AB}"/>
              </a:ext>
            </a:extLst>
          </p:cNvPr>
          <p:cNvSpPr>
            <a:spLocks xmlns:a="http://schemas.openxmlformats.org/drawingml/2006/main" noGrp="1"/>
          </p:cNvSpPr>
          <p:nvPr/>
        </p:nvSpPr>
        <p:spPr>
          <a:xfrm xmlns:a="http://schemas.openxmlformats.org/drawingml/2006/main">
            <a:off x="647700" y="51816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9C1CB"/>
                </a:solidFill>
              </a:defRPr>
            </a:defPPr>
          </a:lstStyle>
          <a:p xmlns:a="http://schemas.openxmlformats.org/drawingml/2006/main">
            <a:pPr>
              <a:defRPr sz="1950" b="0">
                <a:solidFill>
                  <a:srgbClr val="B9C1CB"/>
                </a:solidFill>
              </a:defRPr>
            </a:pPr>
            <a:r>
              <a:rPr sz="1950" b="0">
                <a:solidFill>
                  <a:srgbClr val="B9C1CB"/>
                </a:solidFill>
              </a:rPr>
              <a:t>Daily approval and individual event check-in</a:t>
            </a:r>
          </a:p>
          <a:p xmlns:a="http://schemas.openxmlformats.org/drawingml/2006/main">
            <a:pPr>
              <a:defRPr sz="1950" b="0">
                <a:solidFill>
                  <a:srgbClr val="B9C1CB"/>
                </a:solidFill>
              </a:defRPr>
            </a:pPr>
            <a:r>
              <a:rPr sz="1950" b="0">
                <a:solidFill>
                  <a:srgbClr val="B9C1CB"/>
                </a:solidFill>
              </a:rPr>
              <a:t>Searchable records with CSV export and correction history</a:t>
            </a:r>
          </a:p>
        </p:txBody>
      </p:sp>
    </p:spTree>
    <p:extLst>
      <p:ext uri="{BB962C8B-B14F-4D97-AF65-F5344CB8AC3E}">
        <p14:creationId xmlns:p14="http://schemas.microsoft.com/office/powerpoint/2010/main" val="2047747347"/>
      </p:ext>
    </p:extLst>
  </p:cSld>
</p:sld>
</file>

<file path=ppt/slides/slide6.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BE9043-C056-48E1-AAA7-56DF4A4BA18A}"/>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5F4"/>
                </a:solidFill>
              </a:defRPr>
            </a:defPPr>
          </a:lstStyle>
          <a:p xmlns:a="http://schemas.openxmlformats.org/drawingml/2006/main">
            <a:pPr>
              <a:defRPr sz="3300" b="1">
                <a:solidFill>
                  <a:srgbClr val="F5F5F4"/>
                </a:solidFill>
              </a:defRPr>
            </a:pPr>
            <a:r>
              <a:rPr sz="3300" b="1">
                <a:solidFill>
                  <a:srgbClr val="F5F5F4"/>
                </a:solidFill>
              </a:rPr>
              <a:t>Five houses. Shared competition records.</a:t>
            </a:r>
          </a:p>
        </p:txBody>
      </p:sp>
      <p:sp>
        <p:nvSpPr>
          <p:cNvPr id="2" name="">
            <a:extLst xmlns:a="http://schemas.openxmlformats.org/drawingml/2006/main">
              <a:ext uri="{FF2B5EF4-FFF2-40B4-BE49-F238E27FC236}">
                <a16:creationId xmlns:a16="http://schemas.microsoft.com/office/drawing/2014/main" id="{D875B892-8854-4CB4-8210-1934861EC2E0}"/>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9C1CB"/>
                </a:solidFill>
              </a:defRPr>
            </a:defPPr>
          </a:lstStyle>
          <a:p xmlns:a="http://schemas.openxmlformats.org/drawingml/2006/main">
            <a:pPr>
              <a:defRPr sz="1200" b="0">
                <a:solidFill>
                  <a:srgbClr val="B9C1CB"/>
                </a:solidFill>
              </a:defRPr>
            </a:pPr>
            <a:r>
              <a:rPr sz="1200" b="0">
                <a:solidFill>
                  <a:srgbClr val="B9C1CB"/>
                </a:solidFill>
              </a:rPr>
              <a:t>06</a:t>
            </a:r>
          </a:p>
        </p:txBody>
      </p:sp>
      <p:pic>
        <p:nvPicPr>
          <p:cNvPr id="3" name="">
            <a:extLst xmlns:a="http://schemas.openxmlformats.org/drawingml/2006/main">
              <a:ext uri="{FF2B5EF4-FFF2-40B4-BE49-F238E27FC236}">
                <a16:creationId xmlns:a16="http://schemas.microsoft.com/office/drawing/2014/main" id="{32D81B67-FACD-439F-9E33-86F15867DC45}"/>
              </a:ext>
            </a:extLst>
          </p:cNvPr>
          <p:cNvPicPr>
            <a:picLocks xmlns:a="http://schemas.openxmlformats.org/drawingml/2006/main" noChangeAspect="1"/>
          </p:cNvPicPr>
          <p:nvPr/>
        </p:nvPicPr>
        <p:blipFill>
          <a:blip xmlns:r="http://schemas.openxmlformats.org/officeDocument/2006/relationships" xmlns:a="http://schemas.openxmlformats.org/drawingml/2006/main" r:embed="R7d5e84213cd04c23"/>
          <a:stretch xmlns:a="http://schemas.openxmlformats.org/drawingml/2006/main"/>
        </p:blipFill>
        <p:spPr>
          <a:xfrm xmlns:a="http://schemas.openxmlformats.org/drawingml/2006/main">
            <a:off x="666750" y="2095500"/>
            <a:ext cx="1714500" cy="1714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98F802F-5811-4906-B757-A468DE68AD03}"/>
              </a:ext>
            </a:extLst>
          </p:cNvPr>
          <p:cNvSpPr>
            <a:spLocks xmlns:a="http://schemas.openxmlformats.org/drawingml/2006/main" noGrp="1"/>
          </p:cNvSpPr>
          <p:nvPr/>
        </p:nvSpPr>
        <p:spPr>
          <a:xfrm xmlns:a="http://schemas.openxmlformats.org/drawingml/2006/main">
            <a:off x="609600" y="41910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DB5609"/>
                </a:solidFill>
              </a:defRPr>
            </a:defPPr>
          </a:lstStyle>
          <a:p xmlns:a="http://schemas.openxmlformats.org/drawingml/2006/main">
            <a:pPr>
              <a:defRPr sz="2025" b="1">
                <a:solidFill>
                  <a:srgbClr val="DB5609"/>
                </a:solidFill>
              </a:defRPr>
            </a:pPr>
            <a:r>
              <a:rPr sz="2025" b="1">
                <a:solidFill>
                  <a:srgbClr val="DB5609"/>
                </a:solidFill>
              </a:rPr>
              <a:t>CAHEL</a:t>
            </a:r>
          </a:p>
        </p:txBody>
      </p:sp>
      <p:pic>
        <p:nvPicPr>
          <p:cNvPr id="5" name="">
            <a:extLst xmlns:a="http://schemas.openxmlformats.org/drawingml/2006/main">
              <a:ext uri="{FF2B5EF4-FFF2-40B4-BE49-F238E27FC236}">
                <a16:creationId xmlns:a16="http://schemas.microsoft.com/office/drawing/2014/main" id="{8D3AA2CA-7DD5-42B5-8CD9-D62E37733001}"/>
              </a:ext>
            </a:extLst>
          </p:cNvPr>
          <p:cNvPicPr>
            <a:picLocks xmlns:a="http://schemas.openxmlformats.org/drawingml/2006/main" noChangeAspect="1"/>
          </p:cNvPicPr>
          <p:nvPr/>
        </p:nvPicPr>
        <p:blipFill>
          <a:blip xmlns:r="http://schemas.openxmlformats.org/officeDocument/2006/relationships" xmlns:a="http://schemas.openxmlformats.org/drawingml/2006/main" r:embed="R29ffcbfb1d064d2b"/>
          <a:stretch xmlns:a="http://schemas.openxmlformats.org/drawingml/2006/main"/>
        </p:blipFill>
        <p:spPr>
          <a:xfrm xmlns:a="http://schemas.openxmlformats.org/drawingml/2006/main">
            <a:off x="2952750" y="2095500"/>
            <a:ext cx="1714500" cy="1714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3F012E0-277E-4A28-A9FF-3637A0372024}"/>
              </a:ext>
            </a:extLst>
          </p:cNvPr>
          <p:cNvSpPr>
            <a:spLocks xmlns:a="http://schemas.openxmlformats.org/drawingml/2006/main" noGrp="1"/>
          </p:cNvSpPr>
          <p:nvPr/>
        </p:nvSpPr>
        <p:spPr>
          <a:xfrm xmlns:a="http://schemas.openxmlformats.org/drawingml/2006/main">
            <a:off x="2895600" y="41910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EF74E"/>
                </a:solidFill>
              </a:defRPr>
            </a:defPPr>
          </a:lstStyle>
          <a:p xmlns:a="http://schemas.openxmlformats.org/drawingml/2006/main">
            <a:pPr>
              <a:defRPr sz="2025" b="1">
                <a:solidFill>
                  <a:srgbClr val="FEF74E"/>
                </a:solidFill>
              </a:defRPr>
            </a:pPr>
            <a:r>
              <a:rPr sz="2025" b="1">
                <a:solidFill>
                  <a:srgbClr val="FEF74E"/>
                </a:solidFill>
              </a:rPr>
              <a:t>GIALLIO</a:t>
            </a:r>
          </a:p>
        </p:txBody>
      </p:sp>
      <p:pic>
        <p:nvPicPr>
          <p:cNvPr id="7" name="">
            <a:extLst xmlns:a="http://schemas.openxmlformats.org/drawingml/2006/main">
              <a:ext uri="{FF2B5EF4-FFF2-40B4-BE49-F238E27FC236}">
                <a16:creationId xmlns:a16="http://schemas.microsoft.com/office/drawing/2014/main" id="{D1ADED4B-40AB-44D4-A4AB-E86C69999390}"/>
              </a:ext>
            </a:extLst>
          </p:cNvPr>
          <p:cNvPicPr>
            <a:picLocks xmlns:a="http://schemas.openxmlformats.org/drawingml/2006/main" noChangeAspect="1"/>
          </p:cNvPicPr>
          <p:nvPr/>
        </p:nvPicPr>
        <p:blipFill>
          <a:blip xmlns:r="http://schemas.openxmlformats.org/officeDocument/2006/relationships" xmlns:a="http://schemas.openxmlformats.org/drawingml/2006/main" r:embed="R4d49454903db4c02"/>
          <a:stretch xmlns:a="http://schemas.openxmlformats.org/drawingml/2006/main"/>
        </p:blipFill>
        <p:spPr>
          <a:xfrm xmlns:a="http://schemas.openxmlformats.org/drawingml/2006/main">
            <a:off x="5238750" y="2095500"/>
            <a:ext cx="1714500" cy="1714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5B0FC46-2221-4EDB-8464-9A4A36D42559}"/>
              </a:ext>
            </a:extLst>
          </p:cNvPr>
          <p:cNvSpPr>
            <a:spLocks xmlns:a="http://schemas.openxmlformats.org/drawingml/2006/main" noGrp="1"/>
          </p:cNvSpPr>
          <p:nvPr/>
        </p:nvSpPr>
        <p:spPr>
          <a:xfrm xmlns:a="http://schemas.openxmlformats.org/drawingml/2006/main">
            <a:off x="5181600" y="41910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8330"/>
                </a:solidFill>
              </a:defRPr>
            </a:defPPr>
          </a:lstStyle>
          <a:p xmlns:a="http://schemas.openxmlformats.org/drawingml/2006/main">
            <a:pPr>
              <a:defRPr sz="2025" b="1">
                <a:solidFill>
                  <a:srgbClr val="008330"/>
                </a:solidFill>
              </a:defRPr>
            </a:pPr>
            <a:r>
              <a:rPr sz="2025" b="1">
                <a:solidFill>
                  <a:srgbClr val="008330"/>
                </a:solidFill>
              </a:rPr>
              <a:t>VIERRDY</a:t>
            </a:r>
          </a:p>
        </p:txBody>
      </p:sp>
      <p:pic>
        <p:nvPicPr>
          <p:cNvPr id="9" name="">
            <a:extLst xmlns:a="http://schemas.openxmlformats.org/drawingml/2006/main">
              <a:ext uri="{FF2B5EF4-FFF2-40B4-BE49-F238E27FC236}">
                <a16:creationId xmlns:a16="http://schemas.microsoft.com/office/drawing/2014/main" id="{F2DC967D-C45D-49CE-954C-A04D4B682582}"/>
              </a:ext>
            </a:extLst>
          </p:cNvPr>
          <p:cNvPicPr>
            <a:picLocks xmlns:a="http://schemas.openxmlformats.org/drawingml/2006/main" noChangeAspect="1"/>
          </p:cNvPicPr>
          <p:nvPr/>
        </p:nvPicPr>
        <p:blipFill>
          <a:blip xmlns:r="http://schemas.openxmlformats.org/officeDocument/2006/relationships" xmlns:a="http://schemas.openxmlformats.org/drawingml/2006/main" r:embed="Rf935e620e24d4e05"/>
          <a:stretch xmlns:a="http://schemas.openxmlformats.org/drawingml/2006/main"/>
        </p:blipFill>
        <p:spPr>
          <a:xfrm xmlns:a="http://schemas.openxmlformats.org/drawingml/2006/main">
            <a:off x="7524750" y="2095500"/>
            <a:ext cx="1714500" cy="17145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E7A7CC5-96A8-4CE2-A27C-C938FFC70A5B}"/>
              </a:ext>
            </a:extLst>
          </p:cNvPr>
          <p:cNvSpPr>
            <a:spLocks xmlns:a="http://schemas.openxmlformats.org/drawingml/2006/main" noGrp="1"/>
          </p:cNvSpPr>
          <p:nvPr/>
        </p:nvSpPr>
        <p:spPr>
          <a:xfrm xmlns:a="http://schemas.openxmlformats.org/drawingml/2006/main">
            <a:off x="7467600" y="41910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E20F16"/>
                </a:solidFill>
              </a:defRPr>
            </a:defPPr>
          </a:lstStyle>
          <a:p xmlns:a="http://schemas.openxmlformats.org/drawingml/2006/main">
            <a:pPr>
              <a:defRPr sz="2025" b="1">
                <a:solidFill>
                  <a:srgbClr val="E20F16"/>
                </a:solidFill>
              </a:defRPr>
            </a:pPr>
            <a:r>
              <a:rPr sz="2025" b="1">
                <a:solidFill>
                  <a:srgbClr val="E20F16"/>
                </a:solidFill>
              </a:rPr>
              <a:t>ROXXO</a:t>
            </a:r>
          </a:p>
        </p:txBody>
      </p:sp>
      <p:pic>
        <p:nvPicPr>
          <p:cNvPr id="11" name="">
            <a:extLst xmlns:a="http://schemas.openxmlformats.org/drawingml/2006/main">
              <a:ext uri="{FF2B5EF4-FFF2-40B4-BE49-F238E27FC236}">
                <a16:creationId xmlns:a16="http://schemas.microsoft.com/office/drawing/2014/main" id="{8B58FA1C-D48A-4B9B-8652-DBF384F284DA}"/>
              </a:ext>
            </a:extLst>
          </p:cNvPr>
          <p:cNvPicPr>
            <a:picLocks xmlns:a="http://schemas.openxmlformats.org/drawingml/2006/main" noChangeAspect="1"/>
          </p:cNvPicPr>
          <p:nvPr/>
        </p:nvPicPr>
        <p:blipFill>
          <a:blip xmlns:r="http://schemas.openxmlformats.org/officeDocument/2006/relationships" xmlns:a="http://schemas.openxmlformats.org/drawingml/2006/main" r:embed="R07db889728a04ad6"/>
          <a:stretch xmlns:a="http://schemas.openxmlformats.org/drawingml/2006/main"/>
        </p:blipFill>
        <p:spPr>
          <a:xfrm xmlns:a="http://schemas.openxmlformats.org/drawingml/2006/main">
            <a:off x="9810750" y="2095500"/>
            <a:ext cx="1714500" cy="1714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9E55AE9-3E4A-4B9F-A551-89595E469BD7}"/>
              </a:ext>
            </a:extLst>
          </p:cNvPr>
          <p:cNvSpPr>
            <a:spLocks xmlns:a="http://schemas.openxmlformats.org/drawingml/2006/main" noGrp="1"/>
          </p:cNvSpPr>
          <p:nvPr/>
        </p:nvSpPr>
        <p:spPr>
          <a:xfrm xmlns:a="http://schemas.openxmlformats.org/drawingml/2006/main">
            <a:off x="9753600" y="41910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84FE"/>
                </a:solidFill>
              </a:defRPr>
            </a:defPPr>
          </a:lstStyle>
          <a:p xmlns:a="http://schemas.openxmlformats.org/drawingml/2006/main">
            <a:pPr>
              <a:defRPr sz="2025" b="1">
                <a:solidFill>
                  <a:srgbClr val="0884FE"/>
                </a:solidFill>
              </a:defRPr>
            </a:pPr>
            <a:r>
              <a:rPr sz="2025" b="1">
                <a:solidFill>
                  <a:srgbClr val="0884FE"/>
                </a:solidFill>
              </a:rPr>
              <a:t>AZUL</a:t>
            </a:r>
          </a:p>
        </p:txBody>
      </p:sp>
      <p:sp>
        <p:nvSpPr>
          <p:cNvPr id="13" name="">
            <a:extLst xmlns:a="http://schemas.openxmlformats.org/drawingml/2006/main">
              <a:ext uri="{FF2B5EF4-FFF2-40B4-BE49-F238E27FC236}">
                <a16:creationId xmlns:a16="http://schemas.microsoft.com/office/drawing/2014/main" id="{48C17C4F-ED87-4190-953A-29308B74B6FC}"/>
              </a:ext>
            </a:extLst>
          </p:cNvPr>
          <p:cNvSpPr>
            <a:spLocks xmlns:a="http://schemas.openxmlformats.org/drawingml/2006/main" noGrp="1"/>
          </p:cNvSpPr>
          <p:nvPr/>
        </p:nvSpPr>
        <p:spPr>
          <a:xfrm xmlns:a="http://schemas.openxmlformats.org/drawingml/2006/main">
            <a:off x="647700" y="524827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B9C1CB"/>
                </a:solidFill>
              </a:defRPr>
            </a:defPPr>
          </a:lstStyle>
          <a:p xmlns:a="http://schemas.openxmlformats.org/drawingml/2006/main">
            <a:pPr>
              <a:defRPr sz="2175" b="0">
                <a:solidFill>
                  <a:srgbClr val="B9C1CB"/>
                </a:solidFill>
              </a:defRPr>
            </a:pPr>
            <a:r>
              <a:rPr sz="2175" b="0">
                <a:solidFill>
                  <a:srgbClr val="B9C1CB"/>
                </a:solidFill>
              </a:rPr>
              <a:t>Matchups and brackets support competitions.</a:t>
            </a:r>
          </a:p>
          <a:p xmlns:a="http://schemas.openxmlformats.org/drawingml/2006/main">
            <a:pPr>
              <a:defRPr sz="2175" b="0">
                <a:solidFill>
                  <a:srgbClr val="B9C1CB"/>
                </a:solidFill>
              </a:defRPr>
            </a:pPr>
            <a:r>
              <a:rPr sz="2175" b="0">
                <a:solidFill>
                  <a:srgbClr val="B9C1CB"/>
                </a:solidFill>
              </a:rPr>
              <a:t>Approved points feed house standings and student merit records.</a:t>
            </a:r>
          </a:p>
        </p:txBody>
      </p:sp>
    </p:spTree>
    <p:extLst>
      <p:ext uri="{BB962C8B-B14F-4D97-AF65-F5344CB8AC3E}">
        <p14:creationId xmlns:p14="http://schemas.microsoft.com/office/powerpoint/2010/main" val="400887258"/>
      </p:ext>
    </p:extLst>
  </p:cSld>
</p:sld>
</file>

<file path=ppt/slides/slide7.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636451-8E3C-4F21-BBE6-EB23EBC14EB3}"/>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5F4"/>
                </a:solidFill>
              </a:defRPr>
            </a:defPPr>
          </a:lstStyle>
          <a:p xmlns:a="http://schemas.openxmlformats.org/drawingml/2006/main">
            <a:pPr>
              <a:defRPr sz="3300" b="1">
                <a:solidFill>
                  <a:srgbClr val="F5F5F4"/>
                </a:solidFill>
              </a:defRPr>
            </a:pPr>
            <a:r>
              <a:rPr sz="3300" b="1">
                <a:solidFill>
                  <a:srgbClr val="F5F5F4"/>
                </a:solidFill>
              </a:rPr>
              <a:t>Responsibilities during the event</a:t>
            </a:r>
          </a:p>
        </p:txBody>
      </p:sp>
      <p:sp>
        <p:nvSpPr>
          <p:cNvPr id="2" name="">
            <a:extLst xmlns:a="http://schemas.openxmlformats.org/drawingml/2006/main">
              <a:ext uri="{FF2B5EF4-FFF2-40B4-BE49-F238E27FC236}">
                <a16:creationId xmlns:a16="http://schemas.microsoft.com/office/drawing/2014/main" id="{FCDFE0A9-5F7F-4C05-8A07-F181373A2FA4}"/>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9C1CB"/>
                </a:solidFill>
              </a:defRPr>
            </a:defPPr>
          </a:lstStyle>
          <a:p xmlns:a="http://schemas.openxmlformats.org/drawingml/2006/main">
            <a:pPr>
              <a:defRPr sz="1200" b="0">
                <a:solidFill>
                  <a:srgbClr val="B9C1CB"/>
                </a:solidFill>
              </a:defRPr>
            </a:pPr>
            <a:r>
              <a:rPr sz="1200" b="0">
                <a:solidFill>
                  <a:srgbClr val="B9C1CB"/>
                </a:solidFill>
              </a:rPr>
              <a:t>07</a:t>
            </a:r>
          </a:p>
        </p:txBody>
      </p:sp>
      <p:sp>
        <p:nvSpPr>
          <p:cNvPr id="3" name="">
            <a:extLst xmlns:a="http://schemas.openxmlformats.org/drawingml/2006/main">
              <a:ext uri="{FF2B5EF4-FFF2-40B4-BE49-F238E27FC236}">
                <a16:creationId xmlns:a16="http://schemas.microsoft.com/office/drawing/2014/main" id="{91931BF5-0223-4891-A495-6390600444AB}"/>
              </a:ext>
            </a:extLst>
          </p:cNvPr>
          <p:cNvSpPr>
            <a:spLocks xmlns:a="http://schemas.openxmlformats.org/drawingml/2006/main" noGrp="1"/>
          </p:cNvSpPr>
          <p:nvPr/>
        </p:nvSpPr>
        <p:spPr>
          <a:xfrm xmlns:a="http://schemas.openxmlformats.org/drawingml/2006/main">
            <a:off x="647700" y="18097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01</a:t>
            </a:r>
          </a:p>
        </p:txBody>
      </p:sp>
      <p:sp>
        <p:nvSpPr>
          <p:cNvPr id="4" name="">
            <a:extLst xmlns:a="http://schemas.openxmlformats.org/drawingml/2006/main">
              <a:ext uri="{FF2B5EF4-FFF2-40B4-BE49-F238E27FC236}">
                <a16:creationId xmlns:a16="http://schemas.microsoft.com/office/drawing/2014/main" id="{55F0337F-D578-47BA-94D7-7FA7536DF853}"/>
              </a:ext>
            </a:extLst>
          </p:cNvPr>
          <p:cNvSpPr>
            <a:spLocks xmlns:a="http://schemas.openxmlformats.org/drawingml/2006/main" noGrp="1"/>
          </p:cNvSpPr>
          <p:nvPr/>
        </p:nvSpPr>
        <p:spPr>
          <a:xfrm xmlns:a="http://schemas.openxmlformats.org/drawingml/2006/main">
            <a:off x="1476375" y="18097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Students</a:t>
            </a:r>
          </a:p>
        </p:txBody>
      </p:sp>
      <p:sp>
        <p:nvSpPr>
          <p:cNvPr id="5" name="">
            <a:extLst xmlns:a="http://schemas.openxmlformats.org/drawingml/2006/main">
              <a:ext uri="{FF2B5EF4-FFF2-40B4-BE49-F238E27FC236}">
                <a16:creationId xmlns:a16="http://schemas.microsoft.com/office/drawing/2014/main" id="{CF9AD696-A047-46C2-8686-66A16C1E4176}"/>
              </a:ext>
            </a:extLst>
          </p:cNvPr>
          <p:cNvSpPr>
            <a:spLocks xmlns:a="http://schemas.openxmlformats.org/drawingml/2006/main" noGrp="1"/>
          </p:cNvSpPr>
          <p:nvPr/>
        </p:nvSpPr>
        <p:spPr>
          <a:xfrm xmlns:a="http://schemas.openxmlformats.org/drawingml/2006/main">
            <a:off x="1476375" y="22669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Activate access, register where required, and present their pass.</a:t>
            </a:r>
          </a:p>
        </p:txBody>
      </p:sp>
      <p:sp>
        <p:nvSpPr>
          <p:cNvPr id="6" name="">
            <a:extLst xmlns:a="http://schemas.openxmlformats.org/drawingml/2006/main">
              <a:ext uri="{FF2B5EF4-FFF2-40B4-BE49-F238E27FC236}">
                <a16:creationId xmlns:a16="http://schemas.microsoft.com/office/drawing/2014/main" id="{0B23F185-A029-4F8C-9A89-F4FE759283F7}"/>
              </a:ext>
            </a:extLst>
          </p:cNvPr>
          <p:cNvSpPr>
            <a:spLocks xmlns:a="http://schemas.openxmlformats.org/drawingml/2006/main" noGrp="1"/>
          </p:cNvSpPr>
          <p:nvPr/>
        </p:nvSpPr>
        <p:spPr>
          <a:xfrm xmlns:a="http://schemas.openxmlformats.org/drawingml/2006/main">
            <a:off x="647700" y="32575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02</a:t>
            </a:r>
          </a:p>
        </p:txBody>
      </p:sp>
      <p:sp>
        <p:nvSpPr>
          <p:cNvPr id="7" name="">
            <a:extLst xmlns:a="http://schemas.openxmlformats.org/drawingml/2006/main">
              <a:ext uri="{FF2B5EF4-FFF2-40B4-BE49-F238E27FC236}">
                <a16:creationId xmlns:a16="http://schemas.microsoft.com/office/drawing/2014/main" id="{F999CA66-56C8-423F-924A-C9AC30F767D1}"/>
              </a:ext>
            </a:extLst>
          </p:cNvPr>
          <p:cNvSpPr>
            <a:spLocks xmlns:a="http://schemas.openxmlformats.org/drawingml/2006/main" noGrp="1"/>
          </p:cNvSpPr>
          <p:nvPr/>
        </p:nvSpPr>
        <p:spPr>
          <a:xfrm xmlns:a="http://schemas.openxmlformats.org/drawingml/2006/main">
            <a:off x="1476375" y="32575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Attendance staff and organizers</a:t>
            </a:r>
          </a:p>
        </p:txBody>
      </p:sp>
      <p:sp>
        <p:nvSpPr>
          <p:cNvPr id="8" name="">
            <a:extLst xmlns:a="http://schemas.openxmlformats.org/drawingml/2006/main">
              <a:ext uri="{FF2B5EF4-FFF2-40B4-BE49-F238E27FC236}">
                <a16:creationId xmlns:a16="http://schemas.microsoft.com/office/drawing/2014/main" id="{C2157D26-CA52-4F66-A4CD-E76767C09DBE}"/>
              </a:ext>
            </a:extLst>
          </p:cNvPr>
          <p:cNvSpPr>
            <a:spLocks xmlns:a="http://schemas.openxmlformats.org/drawingml/2006/main" noGrp="1"/>
          </p:cNvSpPr>
          <p:nvPr/>
        </p:nvSpPr>
        <p:spPr>
          <a:xfrm xmlns:a="http://schemas.openxmlformats.org/drawingml/2006/main">
            <a:off x="1476375" y="37147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Verify identity, record attendance, and refer exceptions to the lead.</a:t>
            </a:r>
          </a:p>
        </p:txBody>
      </p:sp>
      <p:sp>
        <p:nvSpPr>
          <p:cNvPr id="9" name="">
            <a:extLst xmlns:a="http://schemas.openxmlformats.org/drawingml/2006/main">
              <a:ext uri="{FF2B5EF4-FFF2-40B4-BE49-F238E27FC236}">
                <a16:creationId xmlns:a16="http://schemas.microsoft.com/office/drawing/2014/main" id="{8D974614-8ABA-413F-A2C8-9B13C79236A7}"/>
              </a:ext>
            </a:extLst>
          </p:cNvPr>
          <p:cNvSpPr>
            <a:spLocks xmlns:a="http://schemas.openxmlformats.org/drawingml/2006/main" noGrp="1"/>
          </p:cNvSpPr>
          <p:nvPr/>
        </p:nvSpPr>
        <p:spPr>
          <a:xfrm xmlns:a="http://schemas.openxmlformats.org/drawingml/2006/main">
            <a:off x="647700" y="47053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03</a:t>
            </a:r>
          </a:p>
        </p:txBody>
      </p:sp>
      <p:sp>
        <p:nvSpPr>
          <p:cNvPr id="10" name="">
            <a:extLst xmlns:a="http://schemas.openxmlformats.org/drawingml/2006/main">
              <a:ext uri="{FF2B5EF4-FFF2-40B4-BE49-F238E27FC236}">
                <a16:creationId xmlns:a16="http://schemas.microsoft.com/office/drawing/2014/main" id="{BCBF5223-71E7-4F3D-ACCA-3AC85A3739E4}"/>
              </a:ext>
            </a:extLst>
          </p:cNvPr>
          <p:cNvSpPr>
            <a:spLocks xmlns:a="http://schemas.openxmlformats.org/drawingml/2006/main" noGrp="1"/>
          </p:cNvSpPr>
          <p:nvPr/>
        </p:nvSpPr>
        <p:spPr>
          <a:xfrm xmlns:a="http://schemas.openxmlformats.org/drawingml/2006/main">
            <a:off x="1476375" y="47053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Administrators and event leads</a:t>
            </a:r>
          </a:p>
        </p:txBody>
      </p:sp>
      <p:sp>
        <p:nvSpPr>
          <p:cNvPr id="11" name="">
            <a:extLst xmlns:a="http://schemas.openxmlformats.org/drawingml/2006/main">
              <a:ext uri="{FF2B5EF4-FFF2-40B4-BE49-F238E27FC236}">
                <a16:creationId xmlns:a16="http://schemas.microsoft.com/office/drawing/2014/main" id="{1CEF9D6F-A66B-438A-AADC-5EC4426882A0}"/>
              </a:ext>
            </a:extLst>
          </p:cNvPr>
          <p:cNvSpPr>
            <a:spLocks xmlns:a="http://schemas.openxmlformats.org/drawingml/2006/main" noGrp="1"/>
          </p:cNvSpPr>
          <p:nvPr/>
        </p:nvSpPr>
        <p:spPr>
          <a:xfrm xmlns:a="http://schemas.openxmlformats.org/drawingml/2006/main">
            <a:off x="1476375" y="51625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Prepare access, manage event records, and oversee results and reports.</a:t>
            </a:r>
          </a:p>
        </p:txBody>
      </p:sp>
    </p:spTree>
    <p:extLst>
      <p:ext uri="{BB962C8B-B14F-4D97-AF65-F5344CB8AC3E}">
        <p14:creationId xmlns:p14="http://schemas.microsoft.com/office/powerpoint/2010/main" val="2042363175"/>
      </p:ext>
    </p:extLst>
  </p:cSld>
</p:sld>
</file>

<file path=ppt/slides/slide8.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C79A3C-F2A1-424A-9AB7-7DAF17E2F59D}"/>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5F4"/>
                </a:solidFill>
              </a:defRPr>
            </a:defPPr>
          </a:lstStyle>
          <a:p xmlns:a="http://schemas.openxmlformats.org/drawingml/2006/main">
            <a:pPr>
              <a:defRPr sz="3300" b="1">
                <a:solidFill>
                  <a:srgbClr val="F5F5F4"/>
                </a:solidFill>
              </a:defRPr>
            </a:pPr>
            <a:r>
              <a:rPr sz="3300" b="1">
                <a:solidFill>
                  <a:srgbClr val="F5F5F4"/>
                </a:solidFill>
              </a:rPr>
              <a:t>Proposed pilot scope</a:t>
            </a:r>
          </a:p>
        </p:txBody>
      </p:sp>
      <p:sp>
        <p:nvSpPr>
          <p:cNvPr id="2" name="">
            <a:extLst xmlns:a="http://schemas.openxmlformats.org/drawingml/2006/main">
              <a:ext uri="{FF2B5EF4-FFF2-40B4-BE49-F238E27FC236}">
                <a16:creationId xmlns:a16="http://schemas.microsoft.com/office/drawing/2014/main" id="{3F3E0B8E-6AAC-44F3-B235-6DD9523CD48B}"/>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9C1CB"/>
                </a:solidFill>
              </a:defRPr>
            </a:defPPr>
          </a:lstStyle>
          <a:p xmlns:a="http://schemas.openxmlformats.org/drawingml/2006/main">
            <a:pPr>
              <a:defRPr sz="1200" b="0">
                <a:solidFill>
                  <a:srgbClr val="B9C1CB"/>
                </a:solidFill>
              </a:defRPr>
            </a:pPr>
            <a:r>
              <a:rPr sz="1200" b="0">
                <a:solidFill>
                  <a:srgbClr val="B9C1CB"/>
                </a:solidFill>
              </a:rPr>
              <a:t>08</a:t>
            </a:r>
          </a:p>
        </p:txBody>
      </p:sp>
      <p:sp>
        <p:nvSpPr>
          <p:cNvPr id="3" name="">
            <a:extLst xmlns:a="http://schemas.openxmlformats.org/drawingml/2006/main">
              <a:ext uri="{FF2B5EF4-FFF2-40B4-BE49-F238E27FC236}">
                <a16:creationId xmlns:a16="http://schemas.microsoft.com/office/drawing/2014/main" id="{A858FB8C-8E6A-48A6-B47F-049C9CB3C7BB}"/>
              </a:ext>
            </a:extLst>
          </p:cNvPr>
          <p:cNvSpPr>
            <a:spLocks xmlns:a="http://schemas.openxmlformats.org/drawingml/2006/main" noGrp="1"/>
          </p:cNvSpPr>
          <p:nvPr/>
        </p:nvSpPr>
        <p:spPr>
          <a:xfrm xmlns:a="http://schemas.openxmlformats.org/drawingml/2006/main">
            <a:off x="647700" y="19431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75" b="1">
                <a:solidFill>
                  <a:srgbClr val="FBBF24"/>
                </a:solidFill>
              </a:defRPr>
            </a:defPPr>
          </a:lstStyle>
          <a:p xmlns:a="http://schemas.openxmlformats.org/drawingml/2006/main">
            <a:pPr>
              <a:defRPr sz="3075" b="1">
                <a:solidFill>
                  <a:srgbClr val="FBBF24"/>
                </a:solidFill>
              </a:defRPr>
            </a:pPr>
            <a:r>
              <a:rPr sz="3075" b="1">
                <a:solidFill>
                  <a:srgbClr val="FBBF24"/>
                </a:solidFill>
              </a:rPr>
              <a:t>One selected attendance activity</a:t>
            </a:r>
          </a:p>
        </p:txBody>
      </p:sp>
      <p:sp>
        <p:nvSpPr>
          <p:cNvPr id="4" name="">
            <a:extLst xmlns:a="http://schemas.openxmlformats.org/drawingml/2006/main">
              <a:ext uri="{FF2B5EF4-FFF2-40B4-BE49-F238E27FC236}">
                <a16:creationId xmlns:a16="http://schemas.microsoft.com/office/drawing/2014/main" id="{1B0D1841-86D0-481F-93B9-DA9AB10B505E}"/>
              </a:ext>
            </a:extLst>
          </p:cNvPr>
          <p:cNvSpPr>
            <a:spLocks xmlns:a="http://schemas.openxmlformats.org/drawingml/2006/main" noGrp="1"/>
          </p:cNvSpPr>
          <p:nvPr/>
        </p:nvSpPr>
        <p:spPr>
          <a:xfrm xmlns:a="http://schemas.openxmlformats.org/drawingml/2006/main">
            <a:off x="647700" y="28003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5F5F4"/>
                </a:solidFill>
              </a:defRPr>
            </a:defPPr>
          </a:lstStyle>
          <a:p xmlns:a="http://schemas.openxmlformats.org/drawingml/2006/main">
            <a:pPr>
              <a:defRPr sz="2250" b="0">
                <a:solidFill>
                  <a:srgbClr val="F5F5F4"/>
                </a:solidFill>
              </a:defRPr>
            </a:pPr>
            <a:r>
              <a:rPr sz="2250" b="0">
                <a:solidFill>
                  <a:srgbClr val="F5F5F4"/>
                </a:solidFill>
              </a:rPr>
              <a:t>Eligible students use season access and their QR passes.</a:t>
            </a:r>
          </a:p>
          <a:p xmlns:a="http://schemas.openxmlformats.org/drawingml/2006/main">
            <a:pPr>
              <a:defRPr sz="2250" b="0">
                <a:solidFill>
                  <a:srgbClr val="F5F5F4"/>
                </a:solidFill>
              </a:defRPr>
            </a:pPr>
            <a:r>
              <a:rPr sz="2250" b="0">
                <a:solidFill>
                  <a:srgbClr val="F5F5F4"/>
                </a:solidFill>
              </a:rPr>
              <a:t>Trained staff supervise check-in and handle exceptions.</a:t>
            </a:r>
          </a:p>
        </p:txBody>
      </p:sp>
      <p:sp>
        <p:nvSpPr>
          <p:cNvPr id="5" name="">
            <a:extLst xmlns:a="http://schemas.openxmlformats.org/drawingml/2006/main">
              <a:ext uri="{FF2B5EF4-FFF2-40B4-BE49-F238E27FC236}">
                <a16:creationId xmlns:a16="http://schemas.microsoft.com/office/drawing/2014/main" id="{51629EC9-127A-40A6-B391-921B51D6A4BA}"/>
              </a:ext>
            </a:extLst>
          </p:cNvPr>
          <p:cNvSpPr>
            <a:spLocks xmlns:a="http://schemas.openxmlformats.org/drawingml/2006/main" noGrp="1"/>
          </p:cNvSpPr>
          <p:nvPr/>
        </p:nvSpPr>
        <p:spPr>
          <a:xfrm xmlns:a="http://schemas.openxmlformats.org/drawingml/2006/main">
            <a:off x="647700" y="43434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F5F5F4"/>
                </a:solidFill>
              </a:defRPr>
            </a:defPPr>
          </a:lstStyle>
          <a:p xmlns:a="http://schemas.openxmlformats.org/drawingml/2006/main">
            <a:pPr>
              <a:defRPr sz="2625" b="1">
                <a:solidFill>
                  <a:srgbClr val="F5F5F4"/>
                </a:solidFill>
              </a:defRPr>
            </a:pPr>
            <a:r>
              <a:rPr sz="2625" b="1">
                <a:solidFill>
                  <a:srgbClr val="F5F5F4"/>
                </a:solidFill>
              </a:rPr>
              <a:t>A house competition, if included in the event</a:t>
            </a:r>
          </a:p>
        </p:txBody>
      </p:sp>
      <p:sp>
        <p:nvSpPr>
          <p:cNvPr id="6" name="">
            <a:extLst xmlns:a="http://schemas.openxmlformats.org/drawingml/2006/main">
              <a:ext uri="{FF2B5EF4-FFF2-40B4-BE49-F238E27FC236}">
                <a16:creationId xmlns:a16="http://schemas.microsoft.com/office/drawing/2014/main" id="{97160407-51F8-4CE8-9758-C3426276873D}"/>
              </a:ext>
            </a:extLst>
          </p:cNvPr>
          <p:cNvSpPr>
            <a:spLocks xmlns:a="http://schemas.openxmlformats.org/drawingml/2006/main" noGrp="1"/>
          </p:cNvSpPr>
          <p:nvPr/>
        </p:nvSpPr>
        <p:spPr>
          <a:xfrm xmlns:a="http://schemas.openxmlformats.org/drawingml/2006/main">
            <a:off x="647700" y="51054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9C1CB"/>
                </a:solidFill>
              </a:defRPr>
            </a:defPPr>
          </a:lstStyle>
          <a:p xmlns:a="http://schemas.openxmlformats.org/drawingml/2006/main">
            <a:pPr>
              <a:defRPr sz="2025" b="0">
                <a:solidFill>
                  <a:srgbClr val="B9C1CB"/>
                </a:solidFill>
              </a:defRPr>
            </a:pPr>
            <a:r>
              <a:rPr sz="2025" b="0">
                <a:solidFill>
                  <a:srgbClr val="B9C1CB"/>
                </a:solidFill>
              </a:rPr>
              <a:t>The committee confirms points and result approvals before use.</a:t>
            </a:r>
          </a:p>
          <a:p xmlns:a="http://schemas.openxmlformats.org/drawingml/2006/main">
            <a:pPr>
              <a:defRPr sz="2025" b="0">
                <a:solidFill>
                  <a:srgbClr val="B9C1CB"/>
                </a:solidFill>
              </a:defRPr>
            </a:pPr>
            <a:r>
              <a:rPr sz="2025" b="0">
                <a:solidFill>
                  <a:srgbClr val="B9C1CB"/>
                </a:solidFill>
              </a:rPr>
              <a:t>A manual attendance log remains available as a fallback.</a:t>
            </a:r>
          </a:p>
        </p:txBody>
      </p:sp>
    </p:spTree>
    <p:extLst>
      <p:ext uri="{BB962C8B-B14F-4D97-AF65-F5344CB8AC3E}">
        <p14:creationId xmlns:p14="http://schemas.microsoft.com/office/powerpoint/2010/main" val="505882080"/>
      </p:ext>
    </p:extLst>
  </p:cSld>
</p:sld>
</file>

<file path=ppt/slides/slide9.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45C267-7727-4788-9704-6B74EEDA1CDD}"/>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5F4"/>
                </a:solidFill>
              </a:defRPr>
            </a:defPPr>
          </a:lstStyle>
          <a:p xmlns:a="http://schemas.openxmlformats.org/drawingml/2006/main">
            <a:pPr>
              <a:defRPr sz="3300" b="1">
                <a:solidFill>
                  <a:srgbClr val="F5F5F4"/>
                </a:solidFill>
              </a:defRPr>
            </a:pPr>
            <a:r>
              <a:rPr sz="3300" b="1">
                <a:solidFill>
                  <a:srgbClr val="F5F5F4"/>
                </a:solidFill>
              </a:rPr>
              <a:t>Proposed rollout before event day</a:t>
            </a:r>
          </a:p>
        </p:txBody>
      </p:sp>
      <p:sp>
        <p:nvSpPr>
          <p:cNvPr id="2" name="">
            <a:extLst xmlns:a="http://schemas.openxmlformats.org/drawingml/2006/main">
              <a:ext uri="{FF2B5EF4-FFF2-40B4-BE49-F238E27FC236}">
                <a16:creationId xmlns:a16="http://schemas.microsoft.com/office/drawing/2014/main" id="{4240B1AF-7713-4CCD-BC1B-7612575CD54F}"/>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9C1CB"/>
                </a:solidFill>
              </a:defRPr>
            </a:defPPr>
          </a:lstStyle>
          <a:p xmlns:a="http://schemas.openxmlformats.org/drawingml/2006/main">
            <a:pPr>
              <a:defRPr sz="1200" b="0">
                <a:solidFill>
                  <a:srgbClr val="B9C1CB"/>
                </a:solidFill>
              </a:defRPr>
            </a:pPr>
            <a:r>
              <a:rPr sz="1200" b="0">
                <a:solidFill>
                  <a:srgbClr val="B9C1CB"/>
                </a:solidFill>
              </a:rPr>
              <a:t>09</a:t>
            </a:r>
          </a:p>
        </p:txBody>
      </p:sp>
      <p:sp>
        <p:nvSpPr>
          <p:cNvPr id="3" name="">
            <a:extLst xmlns:a="http://schemas.openxmlformats.org/drawingml/2006/main">
              <a:ext uri="{FF2B5EF4-FFF2-40B4-BE49-F238E27FC236}">
                <a16:creationId xmlns:a16="http://schemas.microsoft.com/office/drawing/2014/main" id="{DE9918BE-4ADF-466B-B9CC-F3520DCB5669}"/>
              </a:ext>
            </a:extLst>
          </p:cNvPr>
          <p:cNvSpPr>
            <a:spLocks xmlns:a="http://schemas.openxmlformats.org/drawingml/2006/main" noGrp="1"/>
          </p:cNvSpPr>
          <p:nvPr/>
        </p:nvSpPr>
        <p:spPr>
          <a:xfrm xmlns:a="http://schemas.openxmlformats.org/drawingml/2006/main">
            <a:off x="647700" y="18097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01</a:t>
            </a:r>
          </a:p>
        </p:txBody>
      </p:sp>
      <p:sp>
        <p:nvSpPr>
          <p:cNvPr id="4" name="">
            <a:extLst xmlns:a="http://schemas.openxmlformats.org/drawingml/2006/main">
              <a:ext uri="{FF2B5EF4-FFF2-40B4-BE49-F238E27FC236}">
                <a16:creationId xmlns:a16="http://schemas.microsoft.com/office/drawing/2014/main" id="{84181B59-9A05-4E12-A71C-807F395224A1}"/>
              </a:ext>
            </a:extLst>
          </p:cNvPr>
          <p:cNvSpPr>
            <a:spLocks xmlns:a="http://schemas.openxmlformats.org/drawingml/2006/main" noGrp="1"/>
          </p:cNvSpPr>
          <p:nvPr/>
        </p:nvSpPr>
        <p:spPr>
          <a:xfrm xmlns:a="http://schemas.openxmlformats.org/drawingml/2006/main">
            <a:off x="1476375" y="18097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Preparation</a:t>
            </a:r>
          </a:p>
        </p:txBody>
      </p:sp>
      <p:sp>
        <p:nvSpPr>
          <p:cNvPr id="5" name="">
            <a:extLst xmlns:a="http://schemas.openxmlformats.org/drawingml/2006/main">
              <a:ext uri="{FF2B5EF4-FFF2-40B4-BE49-F238E27FC236}">
                <a16:creationId xmlns:a16="http://schemas.microsoft.com/office/drawing/2014/main" id="{5C63C61C-FCB1-4C34-9E0B-AE1C61DCD760}"/>
              </a:ext>
            </a:extLst>
          </p:cNvPr>
          <p:cNvSpPr>
            <a:spLocks xmlns:a="http://schemas.openxmlformats.org/drawingml/2006/main" noGrp="1"/>
          </p:cNvSpPr>
          <p:nvPr/>
        </p:nvSpPr>
        <p:spPr>
          <a:xfrm xmlns:a="http://schemas.openxmlformats.org/drawingml/2006/main">
            <a:off x="1476375" y="22669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Confirm pilot scope, responsible leads, roster, events, and scoring rules.</a:t>
            </a:r>
          </a:p>
        </p:txBody>
      </p:sp>
      <p:sp>
        <p:nvSpPr>
          <p:cNvPr id="6" name="">
            <a:extLst xmlns:a="http://schemas.openxmlformats.org/drawingml/2006/main">
              <a:ext uri="{FF2B5EF4-FFF2-40B4-BE49-F238E27FC236}">
                <a16:creationId xmlns:a16="http://schemas.microsoft.com/office/drawing/2014/main" id="{9ED44FA4-30F4-41F1-95DA-EB79876B38EC}"/>
              </a:ext>
            </a:extLst>
          </p:cNvPr>
          <p:cNvSpPr>
            <a:spLocks xmlns:a="http://schemas.openxmlformats.org/drawingml/2006/main" noGrp="1"/>
          </p:cNvSpPr>
          <p:nvPr/>
        </p:nvSpPr>
        <p:spPr>
          <a:xfrm xmlns:a="http://schemas.openxmlformats.org/drawingml/2006/main">
            <a:off x="647700" y="32575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02</a:t>
            </a:r>
          </a:p>
        </p:txBody>
      </p:sp>
      <p:sp>
        <p:nvSpPr>
          <p:cNvPr id="7" name="">
            <a:extLst xmlns:a="http://schemas.openxmlformats.org/drawingml/2006/main">
              <a:ext uri="{FF2B5EF4-FFF2-40B4-BE49-F238E27FC236}">
                <a16:creationId xmlns:a16="http://schemas.microsoft.com/office/drawing/2014/main" id="{E27F072B-382F-4641-8FBA-2561FB3CB38B}"/>
              </a:ext>
            </a:extLst>
          </p:cNvPr>
          <p:cNvSpPr>
            <a:spLocks xmlns:a="http://schemas.openxmlformats.org/drawingml/2006/main" noGrp="1"/>
          </p:cNvSpPr>
          <p:nvPr/>
        </p:nvSpPr>
        <p:spPr>
          <a:xfrm xmlns:a="http://schemas.openxmlformats.org/drawingml/2006/main">
            <a:off x="1476375" y="32575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Rehearsal</a:t>
            </a:r>
          </a:p>
        </p:txBody>
      </p:sp>
      <p:sp>
        <p:nvSpPr>
          <p:cNvPr id="8" name="">
            <a:extLst xmlns:a="http://schemas.openxmlformats.org/drawingml/2006/main">
              <a:ext uri="{FF2B5EF4-FFF2-40B4-BE49-F238E27FC236}">
                <a16:creationId xmlns:a16="http://schemas.microsoft.com/office/drawing/2014/main" id="{6007E3EA-2EF5-4E71-ACF1-805DBBED2881}"/>
              </a:ext>
            </a:extLst>
          </p:cNvPr>
          <p:cNvSpPr>
            <a:spLocks xmlns:a="http://schemas.openxmlformats.org/drawingml/2006/main" noGrp="1"/>
          </p:cNvSpPr>
          <p:nvPr/>
        </p:nvSpPr>
        <p:spPr>
          <a:xfrm xmlns:a="http://schemas.openxmlformats.org/drawingml/2006/main">
            <a:off x="1476375" y="37147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Test student access, venue internet, scanning, exceptions, and exports.</a:t>
            </a:r>
          </a:p>
        </p:txBody>
      </p:sp>
      <p:sp>
        <p:nvSpPr>
          <p:cNvPr id="9" name="">
            <a:extLst xmlns:a="http://schemas.openxmlformats.org/drawingml/2006/main">
              <a:ext uri="{FF2B5EF4-FFF2-40B4-BE49-F238E27FC236}">
                <a16:creationId xmlns:a16="http://schemas.microsoft.com/office/drawing/2014/main" id="{4DEA63F5-B0BF-467A-A035-D0543ED2A35A}"/>
              </a:ext>
            </a:extLst>
          </p:cNvPr>
          <p:cNvSpPr>
            <a:spLocks xmlns:a="http://schemas.openxmlformats.org/drawingml/2006/main" noGrp="1"/>
          </p:cNvSpPr>
          <p:nvPr/>
        </p:nvSpPr>
        <p:spPr>
          <a:xfrm xmlns:a="http://schemas.openxmlformats.org/drawingml/2006/main">
            <a:off x="647700" y="47053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03</a:t>
            </a:r>
          </a:p>
        </p:txBody>
      </p:sp>
      <p:sp>
        <p:nvSpPr>
          <p:cNvPr id="10" name="">
            <a:extLst xmlns:a="http://schemas.openxmlformats.org/drawingml/2006/main">
              <a:ext uri="{FF2B5EF4-FFF2-40B4-BE49-F238E27FC236}">
                <a16:creationId xmlns:a16="http://schemas.microsoft.com/office/drawing/2014/main" id="{9791A915-E3C7-43E5-968D-C7FF83EC98A5}"/>
              </a:ext>
            </a:extLst>
          </p:cNvPr>
          <p:cNvSpPr>
            <a:spLocks xmlns:a="http://schemas.openxmlformats.org/drawingml/2006/main" noGrp="1"/>
          </p:cNvSpPr>
          <p:nvPr/>
        </p:nvSpPr>
        <p:spPr>
          <a:xfrm xmlns:a="http://schemas.openxmlformats.org/drawingml/2006/main">
            <a:off x="1476375" y="47053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Event day and review</a:t>
            </a:r>
          </a:p>
        </p:txBody>
      </p:sp>
      <p:sp>
        <p:nvSpPr>
          <p:cNvPr id="11" name="">
            <a:extLst xmlns:a="http://schemas.openxmlformats.org/drawingml/2006/main">
              <a:ext uri="{FF2B5EF4-FFF2-40B4-BE49-F238E27FC236}">
                <a16:creationId xmlns:a16="http://schemas.microsoft.com/office/drawing/2014/main" id="{4E80001B-90DB-40C8-8688-AE5A37490063}"/>
              </a:ext>
            </a:extLst>
          </p:cNvPr>
          <p:cNvSpPr>
            <a:spLocks xmlns:a="http://schemas.openxmlformats.org/drawingml/2006/main" noGrp="1"/>
          </p:cNvSpPr>
          <p:nvPr/>
        </p:nvSpPr>
        <p:spPr>
          <a:xfrm xmlns:a="http://schemas.openxmlformats.org/drawingml/2006/main">
            <a:off x="1476375" y="51625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Run supervised check-in, reconcile records, and review pilot findings.</a:t>
            </a:r>
          </a:p>
        </p:txBody>
      </p:sp>
    </p:spTree>
    <p:extLst>
      <p:ext uri="{BB962C8B-B14F-4D97-AF65-F5344CB8AC3E}">
        <p14:creationId xmlns:p14="http://schemas.microsoft.com/office/powerpoint/2010/main" val="369290979"/>
      </p:ext>
    </p:extLst>
  </p:cSld>
</p:sld>
</file>

<file path=ppt/slides/slide10.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F5E1F1-DBF4-433B-B1F3-95BAA58AC76B}"/>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5F4"/>
                </a:solidFill>
              </a:defRPr>
            </a:defPPr>
          </a:lstStyle>
          <a:p xmlns:a="http://schemas.openxmlformats.org/drawingml/2006/main">
            <a:pPr>
              <a:defRPr sz="3300" b="1">
                <a:solidFill>
                  <a:srgbClr val="F5F5F4"/>
                </a:solidFill>
              </a:defRPr>
            </a:pPr>
            <a:r>
              <a:rPr sz="3300" b="1">
                <a:solidFill>
                  <a:srgbClr val="F5F5F4"/>
                </a:solidFill>
              </a:rPr>
              <a:t>Resources and launch conditions</a:t>
            </a:r>
          </a:p>
        </p:txBody>
      </p:sp>
      <p:sp>
        <p:nvSpPr>
          <p:cNvPr id="2" name="">
            <a:extLst xmlns:a="http://schemas.openxmlformats.org/drawingml/2006/main">
              <a:ext uri="{FF2B5EF4-FFF2-40B4-BE49-F238E27FC236}">
                <a16:creationId xmlns:a16="http://schemas.microsoft.com/office/drawing/2014/main" id="{0F19EBAB-7AFF-4334-BC17-DD972BC804F2}"/>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9C1CB"/>
                </a:solidFill>
              </a:defRPr>
            </a:defPPr>
          </a:lstStyle>
          <a:p xmlns:a="http://schemas.openxmlformats.org/drawingml/2006/main">
            <a:pPr>
              <a:defRPr sz="1200" b="0">
                <a:solidFill>
                  <a:srgbClr val="B9C1CB"/>
                </a:solidFill>
              </a:defRPr>
            </a:pPr>
            <a:r>
              <a:rPr sz="1200" b="0">
                <a:solidFill>
                  <a:srgbClr val="B9C1CB"/>
                </a:solidFill>
              </a:rPr>
              <a:t>10</a:t>
            </a:r>
          </a:p>
        </p:txBody>
      </p:sp>
      <p:sp>
        <p:nvSpPr>
          <p:cNvPr id="3" name="">
            <a:extLst xmlns:a="http://schemas.openxmlformats.org/drawingml/2006/main">
              <a:ext uri="{FF2B5EF4-FFF2-40B4-BE49-F238E27FC236}">
                <a16:creationId xmlns:a16="http://schemas.microsoft.com/office/drawing/2014/main" id="{F50F062F-FCD5-47B8-8DED-7DF0BF020905}"/>
              </a:ext>
            </a:extLst>
          </p:cNvPr>
          <p:cNvSpPr>
            <a:spLocks xmlns:a="http://schemas.openxmlformats.org/drawingml/2006/main" noGrp="1"/>
          </p:cNvSpPr>
          <p:nvPr/>
        </p:nvSpPr>
        <p:spPr>
          <a:xfrm xmlns:a="http://schemas.openxmlformats.org/drawingml/2006/main">
            <a:off x="647700" y="190500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FBBF24"/>
                </a:solidFill>
              </a:defRPr>
            </a:defPPr>
          </a:lstStyle>
          <a:p xmlns:a="http://schemas.openxmlformats.org/drawingml/2006/main">
            <a:pPr>
              <a:defRPr sz="2625" b="1">
                <a:solidFill>
                  <a:srgbClr val="FBBF24"/>
                </a:solidFill>
              </a:defRPr>
            </a:pPr>
            <a:r>
              <a:rPr sz="2625" b="1">
                <a:solidFill>
                  <a:srgbClr val="FBBF24"/>
                </a:solidFill>
              </a:rPr>
              <a:t>People</a:t>
            </a:r>
          </a:p>
        </p:txBody>
      </p:sp>
      <p:sp>
        <p:nvSpPr>
          <p:cNvPr id="4" name="">
            <a:extLst xmlns:a="http://schemas.openxmlformats.org/drawingml/2006/main">
              <a:ext uri="{FF2B5EF4-FFF2-40B4-BE49-F238E27FC236}">
                <a16:creationId xmlns:a16="http://schemas.microsoft.com/office/drawing/2014/main" id="{D823FE9B-84F2-45E5-9586-CC4F03A4D6C3}"/>
              </a:ext>
            </a:extLst>
          </p:cNvPr>
          <p:cNvSpPr>
            <a:spLocks xmlns:a="http://schemas.openxmlformats.org/drawingml/2006/main" noGrp="1"/>
          </p:cNvSpPr>
          <p:nvPr/>
        </p:nvSpPr>
        <p:spPr>
          <a:xfrm xmlns:a="http://schemas.openxmlformats.org/drawingml/2006/main">
            <a:off x="647700" y="2524125"/>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5F5F4"/>
                </a:solidFill>
              </a:defRPr>
            </a:defPPr>
          </a:lstStyle>
          <a:p xmlns:a="http://schemas.openxmlformats.org/drawingml/2006/main">
            <a:pPr>
              <a:defRPr sz="2025" b="0">
                <a:solidFill>
                  <a:srgbClr val="F5F5F4"/>
                </a:solidFill>
              </a:defRPr>
            </a:pPr>
            <a:r>
              <a:rPr sz="2025" b="0">
                <a:solidFill>
                  <a:srgbClr val="F5F5F4"/>
                </a:solidFill>
              </a:rPr>
              <a:t>An event lead, trained attendance staff,</a:t>
            </a:r>
          </a:p>
          <a:p xmlns:a="http://schemas.openxmlformats.org/drawingml/2006/main">
            <a:pPr>
              <a:defRPr sz="2025" b="0">
                <a:solidFill>
                  <a:srgbClr val="F5F5F4"/>
                </a:solidFill>
              </a:defRPr>
            </a:pPr>
            <a:r>
              <a:rPr sz="2025" b="0">
                <a:solidFill>
                  <a:srgbClr val="F5F5F4"/>
                </a:solidFill>
              </a:rPr>
              <a:t>and a technical support contact.</a:t>
            </a:r>
          </a:p>
        </p:txBody>
      </p:sp>
      <p:sp>
        <p:nvSpPr>
          <p:cNvPr id="5" name="">
            <a:extLst xmlns:a="http://schemas.openxmlformats.org/drawingml/2006/main">
              <a:ext uri="{FF2B5EF4-FFF2-40B4-BE49-F238E27FC236}">
                <a16:creationId xmlns:a16="http://schemas.microsoft.com/office/drawing/2014/main" id="{7C7FAC40-42FB-4E8E-BA0E-EADBCED959FF}"/>
              </a:ext>
            </a:extLst>
          </p:cNvPr>
          <p:cNvSpPr>
            <a:spLocks xmlns:a="http://schemas.openxmlformats.org/drawingml/2006/main" noGrp="1"/>
          </p:cNvSpPr>
          <p:nvPr/>
        </p:nvSpPr>
        <p:spPr>
          <a:xfrm xmlns:a="http://schemas.openxmlformats.org/drawingml/2006/main">
            <a:off x="6572250" y="1905000"/>
            <a:ext cx="5000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FBBF24"/>
                </a:solidFill>
              </a:defRPr>
            </a:defPPr>
          </a:lstStyle>
          <a:p xmlns:a="http://schemas.openxmlformats.org/drawingml/2006/main">
            <a:pPr>
              <a:defRPr sz="2625" b="1">
                <a:solidFill>
                  <a:srgbClr val="FBBF24"/>
                </a:solidFill>
              </a:defRPr>
            </a:pPr>
            <a:r>
              <a:rPr sz="2625" b="1">
                <a:solidFill>
                  <a:srgbClr val="FBBF24"/>
                </a:solidFill>
              </a:rPr>
              <a:t>Equipment and connectivity</a:t>
            </a:r>
          </a:p>
        </p:txBody>
      </p:sp>
      <p:sp>
        <p:nvSpPr>
          <p:cNvPr id="6" name="">
            <a:extLst xmlns:a="http://schemas.openxmlformats.org/drawingml/2006/main">
              <a:ext uri="{FF2B5EF4-FFF2-40B4-BE49-F238E27FC236}">
                <a16:creationId xmlns:a16="http://schemas.microsoft.com/office/drawing/2014/main" id="{26FC1225-7534-4782-B0AD-67BFB1C0C78B}"/>
              </a:ext>
            </a:extLst>
          </p:cNvPr>
          <p:cNvSpPr>
            <a:spLocks xmlns:a="http://schemas.openxmlformats.org/drawingml/2006/main" noGrp="1"/>
          </p:cNvSpPr>
          <p:nvPr/>
        </p:nvSpPr>
        <p:spPr>
          <a:xfrm xmlns:a="http://schemas.openxmlformats.org/drawingml/2006/main">
            <a:off x="6572250" y="2524125"/>
            <a:ext cx="4953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5F5F4"/>
                </a:solidFill>
              </a:defRPr>
            </a:defPPr>
          </a:lstStyle>
          <a:p xmlns:a="http://schemas.openxmlformats.org/drawingml/2006/main">
            <a:pPr>
              <a:defRPr sz="2025" b="0">
                <a:solidFill>
                  <a:srgbClr val="F5F5F4"/>
                </a:solidFill>
              </a:defRPr>
            </a:pPr>
            <a:r>
              <a:rPr sz="2025" b="0">
                <a:solidFill>
                  <a:srgbClr val="F5F5F4"/>
                </a:solidFill>
              </a:rPr>
              <a:t>Camera-enabled devices, power,</a:t>
            </a:r>
          </a:p>
          <a:p xmlns:a="http://schemas.openxmlformats.org/drawingml/2006/main">
            <a:pPr>
              <a:defRPr sz="2025" b="0">
                <a:solidFill>
                  <a:srgbClr val="F5F5F4"/>
                </a:solidFill>
              </a:defRPr>
            </a:pPr>
            <a:r>
              <a:rPr sz="2025" b="0">
                <a:solidFill>
                  <a:srgbClr val="F5F5F4"/>
                </a:solidFill>
              </a:rPr>
              <a:t>and reliable internet at the venue.</a:t>
            </a:r>
          </a:p>
        </p:txBody>
      </p:sp>
      <p:sp>
        <p:nvSpPr>
          <p:cNvPr id="7" name="">
            <a:extLst xmlns:a="http://schemas.openxmlformats.org/drawingml/2006/main">
              <a:ext uri="{FF2B5EF4-FFF2-40B4-BE49-F238E27FC236}">
                <a16:creationId xmlns:a16="http://schemas.microsoft.com/office/drawing/2014/main" id="{60BD225F-5CD9-466C-9301-B99054D56F93}"/>
              </a:ext>
            </a:extLst>
          </p:cNvPr>
          <p:cNvSpPr>
            <a:spLocks xmlns:a="http://schemas.openxmlformats.org/drawingml/2006/main" noGrp="1"/>
          </p:cNvSpPr>
          <p:nvPr/>
        </p:nvSpPr>
        <p:spPr>
          <a:xfrm xmlns:a="http://schemas.openxmlformats.org/drawingml/2006/main">
            <a:off x="647700" y="414337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FBBF24"/>
                </a:solidFill>
              </a:defRPr>
            </a:defPPr>
          </a:lstStyle>
          <a:p xmlns:a="http://schemas.openxmlformats.org/drawingml/2006/main">
            <a:pPr>
              <a:defRPr sz="2625" b="1">
                <a:solidFill>
                  <a:srgbClr val="FBBF24"/>
                </a:solidFill>
              </a:defRPr>
            </a:pPr>
            <a:r>
              <a:rPr sz="2625" b="1">
                <a:solidFill>
                  <a:srgbClr val="FBBF24"/>
                </a:solidFill>
              </a:rPr>
              <a:t>Launch conditions</a:t>
            </a:r>
          </a:p>
        </p:txBody>
      </p:sp>
      <p:sp>
        <p:nvSpPr>
          <p:cNvPr id="8" name="">
            <a:extLst xmlns:a="http://schemas.openxmlformats.org/drawingml/2006/main">
              <a:ext uri="{FF2B5EF4-FFF2-40B4-BE49-F238E27FC236}">
                <a16:creationId xmlns:a16="http://schemas.microsoft.com/office/drawing/2014/main" id="{61C61A5F-13D1-449D-AFF5-5457D6CCB8E4}"/>
              </a:ext>
            </a:extLst>
          </p:cNvPr>
          <p:cNvSpPr>
            <a:spLocks xmlns:a="http://schemas.openxmlformats.org/drawingml/2006/main" noGrp="1"/>
          </p:cNvSpPr>
          <p:nvPr/>
        </p:nvSpPr>
        <p:spPr>
          <a:xfrm xmlns:a="http://schemas.openxmlformats.org/drawingml/2006/main">
            <a:off x="647700" y="4810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5F5F4"/>
                </a:solidFill>
              </a:defRPr>
            </a:defPPr>
          </a:lstStyle>
          <a:p xmlns:a="http://schemas.openxmlformats.org/drawingml/2006/main">
            <a:pPr>
              <a:defRPr sz="2100" b="0">
                <a:solidFill>
                  <a:srgbClr val="F5F5F4"/>
                </a:solidFill>
              </a:defRPr>
            </a:pPr>
            <a:r>
              <a:rPr sz="2100" b="0">
                <a:solidFill>
                  <a:srgbClr val="F5F5F4"/>
                </a:solidFill>
              </a:rPr>
              <a:t>A successful rehearsal, restricted administrator access,</a:t>
            </a:r>
          </a:p>
          <a:p xmlns:a="http://schemas.openxmlformats.org/drawingml/2006/main">
            <a:pPr>
              <a:defRPr sz="2100" b="0">
                <a:solidFill>
                  <a:srgbClr val="F5F5F4"/>
                </a:solidFill>
              </a:defRPr>
            </a:pPr>
            <a:r>
              <a:rPr sz="2100" b="0">
                <a:solidFill>
                  <a:srgbClr val="F5F5F4"/>
                </a:solidFill>
              </a:rPr>
              <a:t>a backup and recovery plan, and an agreed manual fallback.</a:t>
            </a:r>
          </a:p>
        </p:txBody>
      </p:sp>
      <p:sp>
        <p:nvSpPr>
          <p:cNvPr id="9" name="">
            <a:extLst xmlns:a="http://schemas.openxmlformats.org/drawingml/2006/main">
              <a:ext uri="{FF2B5EF4-FFF2-40B4-BE49-F238E27FC236}">
                <a16:creationId xmlns:a16="http://schemas.microsoft.com/office/drawing/2014/main" id="{159FB144-E169-411A-8D58-BEA711FA77DD}"/>
              </a:ext>
            </a:extLst>
          </p:cNvPr>
          <p:cNvSpPr>
            <a:spLocks xmlns:a="http://schemas.openxmlformats.org/drawingml/2006/main" noGrp="1"/>
          </p:cNvSpPr>
          <p:nvPr/>
        </p:nvSpPr>
        <p:spPr>
          <a:xfrm xmlns:a="http://schemas.openxmlformats.org/drawingml/2006/main">
            <a:off x="647700" y="606742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9C1CB"/>
                </a:solidFill>
              </a:defRPr>
            </a:defPPr>
          </a:lstStyle>
          <a:p xmlns:a="http://schemas.openxmlformats.org/drawingml/2006/main">
            <a:pPr>
              <a:defRPr sz="1725" b="0">
                <a:solidFill>
                  <a:srgbClr val="B9C1CB"/>
                </a:solidFill>
              </a:defRPr>
            </a:pPr>
            <a:r>
              <a:rPr sz="1725" b="0">
                <a:solidFill>
                  <a:srgbClr val="B9C1CB"/>
                </a:solidFill>
              </a:rPr>
              <a:t>Budget and staffing require committee confirmation</a:t>
            </a:r>
          </a:p>
        </p:txBody>
      </p:sp>
    </p:spTree>
    <p:extLst>
      <p:ext uri="{BB962C8B-B14F-4D97-AF65-F5344CB8AC3E}">
        <p14:creationId xmlns:p14="http://schemas.microsoft.com/office/powerpoint/2010/main" val="427847715"/>
      </p:ext>
    </p:extLst>
  </p:cSld>
</p:sld>
</file>

<file path=ppt/slides/slide11.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11762AF-8C40-4DC1-85DB-B40944B9E144}"/>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5F4"/>
                </a:solidFill>
              </a:defRPr>
            </a:defPPr>
          </a:lstStyle>
          <a:p xmlns:a="http://schemas.openxmlformats.org/drawingml/2006/main">
            <a:pPr>
              <a:defRPr sz="3300" b="1">
                <a:solidFill>
                  <a:srgbClr val="F5F5F4"/>
                </a:solidFill>
              </a:defRPr>
            </a:pPr>
            <a:r>
              <a:rPr sz="3300" b="1">
                <a:solidFill>
                  <a:srgbClr val="F5F5F4"/>
                </a:solidFill>
              </a:rPr>
              <a:t>Pilot evaluation</a:t>
            </a:r>
          </a:p>
        </p:txBody>
      </p:sp>
      <p:sp>
        <p:nvSpPr>
          <p:cNvPr id="2" name="">
            <a:extLst xmlns:a="http://schemas.openxmlformats.org/drawingml/2006/main">
              <a:ext uri="{FF2B5EF4-FFF2-40B4-BE49-F238E27FC236}">
                <a16:creationId xmlns:a16="http://schemas.microsoft.com/office/drawing/2014/main" id="{6AE2841F-7ABD-4F21-B0C3-BE5F08CA053C}"/>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9C1CB"/>
                </a:solidFill>
              </a:defRPr>
            </a:defPPr>
          </a:lstStyle>
          <a:p xmlns:a="http://schemas.openxmlformats.org/drawingml/2006/main">
            <a:pPr>
              <a:defRPr sz="1200" b="0">
                <a:solidFill>
                  <a:srgbClr val="B9C1CB"/>
                </a:solidFill>
              </a:defRPr>
            </a:pPr>
            <a:r>
              <a:rPr sz="1200" b="0">
                <a:solidFill>
                  <a:srgbClr val="B9C1CB"/>
                </a:solidFill>
              </a:rPr>
              <a:t>11</a:t>
            </a:r>
          </a:p>
        </p:txBody>
      </p:sp>
      <p:sp>
        <p:nvSpPr>
          <p:cNvPr id="3" name="">
            <a:extLst xmlns:a="http://schemas.openxmlformats.org/drawingml/2006/main">
              <a:ext uri="{FF2B5EF4-FFF2-40B4-BE49-F238E27FC236}">
                <a16:creationId xmlns:a16="http://schemas.microsoft.com/office/drawing/2014/main" id="{0055BFE3-02D8-4890-8D2D-A252D5BA13D6}"/>
              </a:ext>
            </a:extLst>
          </p:cNvPr>
          <p:cNvSpPr>
            <a:spLocks xmlns:a="http://schemas.openxmlformats.org/drawingml/2006/main" noGrp="1"/>
          </p:cNvSpPr>
          <p:nvPr/>
        </p:nvSpPr>
        <p:spPr>
          <a:xfrm xmlns:a="http://schemas.openxmlformats.org/drawingml/2006/main">
            <a:off x="647700" y="18097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01</a:t>
            </a:r>
          </a:p>
        </p:txBody>
      </p:sp>
      <p:sp>
        <p:nvSpPr>
          <p:cNvPr id="4" name="">
            <a:extLst xmlns:a="http://schemas.openxmlformats.org/drawingml/2006/main">
              <a:ext uri="{FF2B5EF4-FFF2-40B4-BE49-F238E27FC236}">
                <a16:creationId xmlns:a16="http://schemas.microsoft.com/office/drawing/2014/main" id="{74CF052E-D839-4D9A-BC17-86C7B1D4784E}"/>
              </a:ext>
            </a:extLst>
          </p:cNvPr>
          <p:cNvSpPr>
            <a:spLocks xmlns:a="http://schemas.openxmlformats.org/drawingml/2006/main" noGrp="1"/>
          </p:cNvSpPr>
          <p:nvPr/>
        </p:nvSpPr>
        <p:spPr>
          <a:xfrm xmlns:a="http://schemas.openxmlformats.org/drawingml/2006/main">
            <a:off x="1476375" y="18097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Check-in performance</a:t>
            </a:r>
          </a:p>
        </p:txBody>
      </p:sp>
      <p:sp>
        <p:nvSpPr>
          <p:cNvPr id="5" name="">
            <a:extLst xmlns:a="http://schemas.openxmlformats.org/drawingml/2006/main">
              <a:ext uri="{FF2B5EF4-FFF2-40B4-BE49-F238E27FC236}">
                <a16:creationId xmlns:a16="http://schemas.microsoft.com/office/drawing/2014/main" id="{DE5530F5-0C1B-46AF-8F35-815D3E129E1B}"/>
              </a:ext>
            </a:extLst>
          </p:cNvPr>
          <p:cNvSpPr>
            <a:spLocks xmlns:a="http://schemas.openxmlformats.org/drawingml/2006/main" noGrp="1"/>
          </p:cNvSpPr>
          <p:nvPr/>
        </p:nvSpPr>
        <p:spPr>
          <a:xfrm xmlns:a="http://schemas.openxmlformats.org/drawingml/2006/main">
            <a:off x="1476375" y="22669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Observe queue time, scan failures, and identity or eligibility exceptions.</a:t>
            </a:r>
          </a:p>
        </p:txBody>
      </p:sp>
      <p:sp>
        <p:nvSpPr>
          <p:cNvPr id="6" name="">
            <a:extLst xmlns:a="http://schemas.openxmlformats.org/drawingml/2006/main">
              <a:ext uri="{FF2B5EF4-FFF2-40B4-BE49-F238E27FC236}">
                <a16:creationId xmlns:a16="http://schemas.microsoft.com/office/drawing/2014/main" id="{071DFB7D-E788-4D06-B224-93A577E9CF16}"/>
              </a:ext>
            </a:extLst>
          </p:cNvPr>
          <p:cNvSpPr>
            <a:spLocks xmlns:a="http://schemas.openxmlformats.org/drawingml/2006/main" noGrp="1"/>
          </p:cNvSpPr>
          <p:nvPr/>
        </p:nvSpPr>
        <p:spPr>
          <a:xfrm xmlns:a="http://schemas.openxmlformats.org/drawingml/2006/main">
            <a:off x="647700" y="32575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02</a:t>
            </a:r>
          </a:p>
        </p:txBody>
      </p:sp>
      <p:sp>
        <p:nvSpPr>
          <p:cNvPr id="7" name="">
            <a:extLst xmlns:a="http://schemas.openxmlformats.org/drawingml/2006/main">
              <a:ext uri="{FF2B5EF4-FFF2-40B4-BE49-F238E27FC236}">
                <a16:creationId xmlns:a16="http://schemas.microsoft.com/office/drawing/2014/main" id="{D04053D9-4EBE-4F97-BA05-DD3AF3213EA4}"/>
              </a:ext>
            </a:extLst>
          </p:cNvPr>
          <p:cNvSpPr>
            <a:spLocks xmlns:a="http://schemas.openxmlformats.org/drawingml/2006/main" noGrp="1"/>
          </p:cNvSpPr>
          <p:nvPr/>
        </p:nvSpPr>
        <p:spPr>
          <a:xfrm xmlns:a="http://schemas.openxmlformats.org/drawingml/2006/main">
            <a:off x="1476375" y="32575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Record quality</a:t>
            </a:r>
          </a:p>
        </p:txBody>
      </p:sp>
      <p:sp>
        <p:nvSpPr>
          <p:cNvPr id="8" name="">
            <a:extLst xmlns:a="http://schemas.openxmlformats.org/drawingml/2006/main">
              <a:ext uri="{FF2B5EF4-FFF2-40B4-BE49-F238E27FC236}">
                <a16:creationId xmlns:a16="http://schemas.microsoft.com/office/drawing/2014/main" id="{335C4769-4DDA-4E6D-B6C8-E8A3BC20D8D8}"/>
              </a:ext>
            </a:extLst>
          </p:cNvPr>
          <p:cNvSpPr>
            <a:spLocks xmlns:a="http://schemas.openxmlformats.org/drawingml/2006/main" noGrp="1"/>
          </p:cNvSpPr>
          <p:nvPr/>
        </p:nvSpPr>
        <p:spPr>
          <a:xfrm xmlns:a="http://schemas.openxmlformats.org/drawingml/2006/main">
            <a:off x="1476375" y="37147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Reconcile digital records, manual fallback entries, and approved results.</a:t>
            </a:r>
          </a:p>
        </p:txBody>
      </p:sp>
      <p:sp>
        <p:nvSpPr>
          <p:cNvPr id="9" name="">
            <a:extLst xmlns:a="http://schemas.openxmlformats.org/drawingml/2006/main">
              <a:ext uri="{FF2B5EF4-FFF2-40B4-BE49-F238E27FC236}">
                <a16:creationId xmlns:a16="http://schemas.microsoft.com/office/drawing/2014/main" id="{23D2AFCC-74F4-4653-BB62-4ED1BB421D80}"/>
              </a:ext>
            </a:extLst>
          </p:cNvPr>
          <p:cNvSpPr>
            <a:spLocks xmlns:a="http://schemas.openxmlformats.org/drawingml/2006/main" noGrp="1"/>
          </p:cNvSpPr>
          <p:nvPr/>
        </p:nvSpPr>
        <p:spPr>
          <a:xfrm xmlns:a="http://schemas.openxmlformats.org/drawingml/2006/main">
            <a:off x="647700" y="47053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BBF24"/>
                </a:solidFill>
              </a:defRPr>
            </a:defPPr>
          </a:lstStyle>
          <a:p xmlns:a="http://schemas.openxmlformats.org/drawingml/2006/main">
            <a:pPr>
              <a:defRPr sz="2550" b="1">
                <a:solidFill>
                  <a:srgbClr val="FBBF24"/>
                </a:solidFill>
              </a:defRPr>
            </a:pPr>
            <a:r>
              <a:rPr sz="2550" b="1">
                <a:solidFill>
                  <a:srgbClr val="FBBF24"/>
                </a:solidFill>
              </a:rPr>
              <a:t>03</a:t>
            </a:r>
          </a:p>
        </p:txBody>
      </p:sp>
      <p:sp>
        <p:nvSpPr>
          <p:cNvPr id="10" name="">
            <a:extLst xmlns:a="http://schemas.openxmlformats.org/drawingml/2006/main">
              <a:ext uri="{FF2B5EF4-FFF2-40B4-BE49-F238E27FC236}">
                <a16:creationId xmlns:a16="http://schemas.microsoft.com/office/drawing/2014/main" id="{B73B6097-F132-4B40-9CBD-3C83E34EFE2C}"/>
              </a:ext>
            </a:extLst>
          </p:cNvPr>
          <p:cNvSpPr>
            <a:spLocks xmlns:a="http://schemas.openxmlformats.org/drawingml/2006/main" noGrp="1"/>
          </p:cNvSpPr>
          <p:nvPr/>
        </p:nvSpPr>
        <p:spPr>
          <a:xfrm xmlns:a="http://schemas.openxmlformats.org/drawingml/2006/main">
            <a:off x="1476375" y="47053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F5F4"/>
                </a:solidFill>
              </a:defRPr>
            </a:defPPr>
          </a:lstStyle>
          <a:p xmlns:a="http://schemas.openxmlformats.org/drawingml/2006/main">
            <a:pPr>
              <a:defRPr sz="2175" b="1">
                <a:solidFill>
                  <a:srgbClr val="F5F5F4"/>
                </a:solidFill>
              </a:defRPr>
            </a:pPr>
            <a:r>
              <a:rPr sz="2175" b="1">
                <a:solidFill>
                  <a:srgbClr val="F5F5F4"/>
                </a:solidFill>
              </a:rPr>
              <a:t>Staff and student feedback</a:t>
            </a:r>
          </a:p>
        </p:txBody>
      </p:sp>
      <p:sp>
        <p:nvSpPr>
          <p:cNvPr id="11" name="">
            <a:extLst xmlns:a="http://schemas.openxmlformats.org/drawingml/2006/main">
              <a:ext uri="{FF2B5EF4-FFF2-40B4-BE49-F238E27FC236}">
                <a16:creationId xmlns:a16="http://schemas.microsoft.com/office/drawing/2014/main" id="{B4EE134F-B556-4B94-8CC0-B9ED41ED1FBB}"/>
              </a:ext>
            </a:extLst>
          </p:cNvPr>
          <p:cNvSpPr>
            <a:spLocks xmlns:a="http://schemas.openxmlformats.org/drawingml/2006/main" noGrp="1"/>
          </p:cNvSpPr>
          <p:nvPr/>
        </p:nvSpPr>
        <p:spPr>
          <a:xfrm xmlns:a="http://schemas.openxmlformats.org/drawingml/2006/main">
            <a:off x="1476375" y="51625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1CB"/>
                </a:solidFill>
              </a:defRPr>
            </a:defPPr>
          </a:lstStyle>
          <a:p xmlns:a="http://schemas.openxmlformats.org/drawingml/2006/main">
            <a:pPr>
              <a:defRPr sz="1875" b="0">
                <a:solidFill>
                  <a:srgbClr val="B9C1CB"/>
                </a:solidFill>
              </a:defRPr>
            </a:pPr>
            <a:r>
              <a:rPr sz="1875" b="0">
                <a:solidFill>
                  <a:srgbClr val="B9C1CB"/>
                </a:solidFill>
              </a:rPr>
              <a:t>Review ease of use, support needs, and report usefulness before wider use.</a:t>
            </a:r>
          </a:p>
        </p:txBody>
      </p:sp>
    </p:spTree>
    <p:extLst>
      <p:ext uri="{BB962C8B-B14F-4D97-AF65-F5344CB8AC3E}">
        <p14:creationId xmlns:p14="http://schemas.microsoft.com/office/powerpoint/2010/main" val="266234880"/>
      </p:ext>
    </p:extLst>
  </p:cSld>
</p:sld>
</file>

<file path=ppt/slides/slide12.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AF5500CF-F464-4F19-AC9C-4CC2E5F6F18A}"/>
              </a:ext>
            </a:extLst>
          </p:cNvPr>
          <p:cNvPicPr>
            <a:picLocks xmlns:a="http://schemas.openxmlformats.org/drawingml/2006/main" noChangeAspect="1"/>
          </p:cNvPicPr>
          <p:nvPr/>
        </p:nvPicPr>
        <p:blipFill>
          <a:blip xmlns:r="http://schemas.openxmlformats.org/officeDocument/2006/relationships" xmlns:a="http://schemas.openxmlformats.org/drawingml/2006/main" r:embed="Rb526869fe6704d2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DE8CF93-F324-4DF2-8FC0-8FFC871BAA35}"/>
              </a:ext>
            </a:extLst>
          </p:cNvPr>
          <p:cNvSpPr>
            <a:spLocks xmlns:a="http://schemas.openxmlformats.org/drawingml/2006/main" noGrp="1"/>
          </p:cNvSpPr>
          <p:nvPr/>
        </p:nvSpPr>
        <p:spPr>
          <a:xfrm xmlns:a="http://schemas.openxmlformats.org/drawingml/2006/main">
            <a:off x="609600" y="95250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BBF24"/>
                </a:solidFill>
              </a:defRPr>
            </a:defPPr>
          </a:lstStyle>
          <a:p xmlns:a="http://schemas.openxmlformats.org/drawingml/2006/main">
            <a:pPr>
              <a:defRPr sz="3600" b="1">
                <a:solidFill>
                  <a:srgbClr val="FBBF24"/>
                </a:solidFill>
              </a:defRPr>
            </a:pPr>
            <a:r>
              <a:rPr sz="3600" b="1">
                <a:solidFill>
                  <a:srgbClr val="FBBF24"/>
                </a:solidFill>
              </a:rPr>
              <a:t>Proposal for approval</a:t>
            </a:r>
          </a:p>
        </p:txBody>
      </p:sp>
      <p:sp>
        <p:nvSpPr>
          <p:cNvPr id="3" name="">
            <a:extLst xmlns:a="http://schemas.openxmlformats.org/drawingml/2006/main">
              <a:ext uri="{FF2B5EF4-FFF2-40B4-BE49-F238E27FC236}">
                <a16:creationId xmlns:a16="http://schemas.microsoft.com/office/drawing/2014/main" id="{5C8615DE-74FD-4D18-82BA-2EA9FD95E6E4}"/>
              </a:ext>
            </a:extLst>
          </p:cNvPr>
          <p:cNvSpPr>
            <a:spLocks xmlns:a="http://schemas.openxmlformats.org/drawingml/2006/main" noGrp="1"/>
          </p:cNvSpPr>
          <p:nvPr/>
        </p:nvSpPr>
        <p:spPr>
          <a:xfrm xmlns:a="http://schemas.openxmlformats.org/drawingml/2006/main">
            <a:off x="609600" y="2085975"/>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75" b="1">
                <a:solidFill>
                  <a:srgbClr val="F5F5F4"/>
                </a:solidFill>
              </a:defRPr>
            </a:defPPr>
          </a:lstStyle>
          <a:p xmlns:a="http://schemas.openxmlformats.org/drawingml/2006/main">
            <a:pPr>
              <a:defRPr sz="4575" b="1">
                <a:solidFill>
                  <a:srgbClr val="F5F5F4"/>
                </a:solidFill>
              </a:defRPr>
            </a:pPr>
            <a:r>
              <a:rPr sz="4575" b="1">
                <a:solidFill>
                  <a:srgbClr val="F5F5F4"/>
                </a:solidFill>
              </a:rPr>
              <a:t>ACLCxp at the</a:t>
            </a:r>
          </a:p>
          <a:p xmlns:a="http://schemas.openxmlformats.org/drawingml/2006/main">
            <a:pPr>
              <a:defRPr sz="4575" b="1">
                <a:solidFill>
                  <a:srgbClr val="F5F5F4"/>
                </a:solidFill>
              </a:defRPr>
            </a:pPr>
            <a:r>
              <a:rPr sz="4575" b="1">
                <a:solidFill>
                  <a:srgbClr val="F5F5F4"/>
                </a:solidFill>
              </a:rPr>
              <a:t>upcoming event</a:t>
            </a:r>
          </a:p>
        </p:txBody>
      </p:sp>
      <p:sp>
        <p:nvSpPr>
          <p:cNvPr id="4" name="">
            <a:extLst xmlns:a="http://schemas.openxmlformats.org/drawingml/2006/main">
              <a:ext uri="{FF2B5EF4-FFF2-40B4-BE49-F238E27FC236}">
                <a16:creationId xmlns:a16="http://schemas.microsoft.com/office/drawing/2014/main" id="{3904EECC-D760-454E-B7D5-4F0BE70AB951}"/>
              </a:ext>
            </a:extLst>
          </p:cNvPr>
          <p:cNvSpPr>
            <a:spLocks xmlns:a="http://schemas.openxmlformats.org/drawingml/2006/main" noGrp="1"/>
          </p:cNvSpPr>
          <p:nvPr/>
        </p:nvSpPr>
        <p:spPr>
          <a:xfrm xmlns:a="http://schemas.openxmlformats.org/drawingml/2006/main">
            <a:off x="647700" y="4286250"/>
            <a:ext cx="6572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5F5F4"/>
                </a:solidFill>
              </a:defRPr>
            </a:defPPr>
          </a:lstStyle>
          <a:p xmlns:a="http://schemas.openxmlformats.org/drawingml/2006/main">
            <a:pPr>
              <a:defRPr sz="2250" b="0">
                <a:solidFill>
                  <a:srgbClr val="F5F5F4"/>
                </a:solidFill>
              </a:defRPr>
            </a:pPr>
            <a:r>
              <a:rPr sz="2250" b="0">
                <a:solidFill>
                  <a:srgbClr val="F5F5F4"/>
                </a:solidFill>
              </a:rPr>
              <a:t>Approve a supervised pilot and assign an event lead.</a:t>
            </a:r>
          </a:p>
          <a:p xmlns:a="http://schemas.openxmlformats.org/drawingml/2006/main">
            <a:pPr>
              <a:defRPr sz="2250" b="0">
                <a:solidFill>
                  <a:srgbClr val="F5F5F4"/>
                </a:solidFill>
              </a:defRPr>
            </a:pPr>
            <a:r>
              <a:rPr sz="2250" b="0">
                <a:solidFill>
                  <a:srgbClr val="F5F5F4"/>
                </a:solidFill>
              </a:rPr>
              <a:t>Confirm scope, resources, and the rehearsal date.</a:t>
            </a:r>
          </a:p>
        </p:txBody>
      </p:sp>
      <p:sp>
        <p:nvSpPr>
          <p:cNvPr id="5" name="">
            <a:extLst xmlns:a="http://schemas.openxmlformats.org/drawingml/2006/main">
              <a:ext uri="{FF2B5EF4-FFF2-40B4-BE49-F238E27FC236}">
                <a16:creationId xmlns:a16="http://schemas.microsoft.com/office/drawing/2014/main" id="{9EFA34E8-93C3-4569-9B77-C72B43467D1D}"/>
              </a:ext>
            </a:extLst>
          </p:cNvPr>
          <p:cNvSpPr>
            <a:spLocks xmlns:a="http://schemas.openxmlformats.org/drawingml/2006/main" noGrp="1"/>
          </p:cNvSpPr>
          <p:nvPr/>
        </p:nvSpPr>
        <p:spPr>
          <a:xfrm xmlns:a="http://schemas.openxmlformats.org/drawingml/2006/main">
            <a:off x="647700" y="608647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BBF24"/>
                </a:solidFill>
              </a:defRPr>
            </a:defPPr>
          </a:lstStyle>
          <a:p xmlns:a="http://schemas.openxmlformats.org/drawingml/2006/main">
            <a:pPr>
              <a:defRPr sz="1875" b="1">
                <a:solidFill>
                  <a:srgbClr val="FBBF24"/>
                </a:solidFill>
              </a:defRPr>
            </a:pPr>
            <a:r>
              <a:rPr sz="1875" b="1">
                <a:solidFill>
                  <a:srgbClr val="FBBF24"/>
                </a:solidFill>
              </a:rPr>
              <a:t>LEVEL UP THROUGH FUN</a:t>
            </a:r>
          </a:p>
        </p:txBody>
      </p:sp>
    </p:spTree>
    <p:extLst>
      <p:ext uri="{BB962C8B-B14F-4D97-AF65-F5344CB8AC3E}">
        <p14:creationId xmlns:p14="http://schemas.microsoft.com/office/powerpoint/2010/main" val="6712902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2026-10-16T16:17:08.9010000Z</dcterms:created>
  <dcterms:modified xsi:type="dcterms:W3CDTF">2026-10-16T16:17:08.9010000Z</dcterms:modified>
</coreProperties>
</file>